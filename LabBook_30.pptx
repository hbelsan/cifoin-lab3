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9" r:id="rId3"/>
    <p:sldId id="290" r:id="rId4"/>
    <p:sldId id="296" r:id="rId5"/>
    <p:sldId id="375" r:id="rId6"/>
    <p:sldId id="376" r:id="rId7"/>
    <p:sldId id="377" r:id="rId8"/>
    <p:sldId id="388" r:id="rId9"/>
    <p:sldId id="380" r:id="rId10"/>
    <p:sldId id="381" r:id="rId11"/>
    <p:sldId id="389" r:id="rId12"/>
    <p:sldId id="288" r:id="rId13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3BCC0-CE48-42AD-88C7-6D13EC8DD6C0}" v="772" dt="2026-05-29T18:00:31.5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105" d="100"/>
          <a:sy n="105" d="100"/>
        </p:scale>
        <p:origin x="748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o Beltran Sanz" userId="ca183383-65cb-419b-bd55-2967176de71a" providerId="ADAL" clId="{105CD40F-7821-4C18-A6E9-64F225FF86BC}"/>
    <pc:docChg chg="undo custSel addSld modSld">
      <pc:chgData name="Hugo Beltran Sanz" userId="ca183383-65cb-419b-bd55-2967176de71a" providerId="ADAL" clId="{105CD40F-7821-4C18-A6E9-64F225FF86BC}" dt="2026-05-29T18:01:19.913" v="1111" actId="20577"/>
      <pc:docMkLst>
        <pc:docMk/>
      </pc:docMkLst>
      <pc:sldChg chg="modSp mod">
        <pc:chgData name="Hugo Beltran Sanz" userId="ca183383-65cb-419b-bd55-2967176de71a" providerId="ADAL" clId="{105CD40F-7821-4C18-A6E9-64F225FF86BC}" dt="2026-05-29T18:01:19.913" v="1111" actId="20577"/>
        <pc:sldMkLst>
          <pc:docMk/>
          <pc:sldMk cId="0" sldId="256"/>
        </pc:sldMkLst>
        <pc:spChg chg="mod">
          <ac:chgData name="Hugo Beltran Sanz" userId="ca183383-65cb-419b-bd55-2967176de71a" providerId="ADAL" clId="{105CD40F-7821-4C18-A6E9-64F225FF86BC}" dt="2026-05-29T18:01:19.913" v="1111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Hugo Beltran Sanz" userId="ca183383-65cb-419b-bd55-2967176de71a" providerId="ADAL" clId="{105CD40F-7821-4C18-A6E9-64F225FF86BC}" dt="2026-05-29T17:31:53.463" v="217" actId="255"/>
        <pc:sldMkLst>
          <pc:docMk/>
          <pc:sldMk cId="730501311" sldId="290"/>
        </pc:sldMkLst>
        <pc:spChg chg="del">
          <ac:chgData name="Hugo Beltran Sanz" userId="ca183383-65cb-419b-bd55-2967176de71a" providerId="ADAL" clId="{105CD40F-7821-4C18-A6E9-64F225FF86BC}" dt="2026-05-29T17:28:11.170" v="22" actId="478"/>
          <ac:spMkLst>
            <pc:docMk/>
            <pc:sldMk cId="730501311" sldId="290"/>
            <ac:spMk id="2" creationId="{D0F8CF3B-B920-DBFC-F825-0C87B51EADA7}"/>
          </ac:spMkLst>
        </pc:spChg>
        <pc:spChg chg="del">
          <ac:chgData name="Hugo Beltran Sanz" userId="ca183383-65cb-419b-bd55-2967176de71a" providerId="ADAL" clId="{105CD40F-7821-4C18-A6E9-64F225FF86BC}" dt="2026-05-29T17:28:12.612" v="23" actId="478"/>
          <ac:spMkLst>
            <pc:docMk/>
            <pc:sldMk cId="730501311" sldId="290"/>
            <ac:spMk id="4" creationId="{AA9E72FF-B948-6B7A-8909-97C6BE95D6FB}"/>
          </ac:spMkLst>
        </pc:spChg>
        <pc:spChg chg="del">
          <ac:chgData name="Hugo Beltran Sanz" userId="ca183383-65cb-419b-bd55-2967176de71a" providerId="ADAL" clId="{105CD40F-7821-4C18-A6E9-64F225FF86BC}" dt="2026-05-29T17:28:10.077" v="21" actId="478"/>
          <ac:spMkLst>
            <pc:docMk/>
            <pc:sldMk cId="730501311" sldId="290"/>
            <ac:spMk id="5" creationId="{228A8A28-0D43-C564-7B6A-20F75755616A}"/>
          </ac:spMkLst>
        </pc:spChg>
        <pc:spChg chg="del">
          <ac:chgData name="Hugo Beltran Sanz" userId="ca183383-65cb-419b-bd55-2967176de71a" providerId="ADAL" clId="{105CD40F-7821-4C18-A6E9-64F225FF86BC}" dt="2026-05-29T17:28:08.542" v="20" actId="478"/>
          <ac:spMkLst>
            <pc:docMk/>
            <pc:sldMk cId="730501311" sldId="290"/>
            <ac:spMk id="6" creationId="{82AE4A84-532D-D50D-F368-79FF1C11E97A}"/>
          </ac:spMkLst>
        </pc:spChg>
        <pc:spChg chg="add mod">
          <ac:chgData name="Hugo Beltran Sanz" userId="ca183383-65cb-419b-bd55-2967176de71a" providerId="ADAL" clId="{105CD40F-7821-4C18-A6E9-64F225FF86BC}" dt="2026-05-29T17:31:42.122" v="215" actId="255"/>
          <ac:spMkLst>
            <pc:docMk/>
            <pc:sldMk cId="730501311" sldId="290"/>
            <ac:spMk id="8" creationId="{16EF474F-5A16-B998-0882-465E417802F2}"/>
          </ac:spMkLst>
        </pc:spChg>
        <pc:spChg chg="add mod">
          <ac:chgData name="Hugo Beltran Sanz" userId="ca183383-65cb-419b-bd55-2967176de71a" providerId="ADAL" clId="{105CD40F-7821-4C18-A6E9-64F225FF86BC}" dt="2026-05-29T17:31:42.122" v="215" actId="255"/>
          <ac:spMkLst>
            <pc:docMk/>
            <pc:sldMk cId="730501311" sldId="290"/>
            <ac:spMk id="9" creationId="{0FE1E7B5-6EDC-646B-F504-0E27D7662106}"/>
          </ac:spMkLst>
        </pc:spChg>
        <pc:spChg chg="add del mod">
          <ac:chgData name="Hugo Beltran Sanz" userId="ca183383-65cb-419b-bd55-2967176de71a" providerId="ADAL" clId="{105CD40F-7821-4C18-A6E9-64F225FF86BC}" dt="2026-05-29T17:31:14.674" v="209" actId="478"/>
          <ac:spMkLst>
            <pc:docMk/>
            <pc:sldMk cId="730501311" sldId="290"/>
            <ac:spMk id="10" creationId="{E0BEC65C-02E5-09F2-D725-A40BE76246AF}"/>
          </ac:spMkLst>
        </pc:spChg>
        <pc:spChg chg="add mod">
          <ac:chgData name="Hugo Beltran Sanz" userId="ca183383-65cb-419b-bd55-2967176de71a" providerId="ADAL" clId="{105CD40F-7821-4C18-A6E9-64F225FF86BC}" dt="2026-05-29T17:31:53.463" v="217" actId="255"/>
          <ac:spMkLst>
            <pc:docMk/>
            <pc:sldMk cId="730501311" sldId="290"/>
            <ac:spMk id="11" creationId="{53F625A8-AE5D-42D8-0305-5D046C4C870C}"/>
          </ac:spMkLst>
        </pc:spChg>
        <pc:spChg chg="add mod">
          <ac:chgData name="Hugo Beltran Sanz" userId="ca183383-65cb-419b-bd55-2967176de71a" providerId="ADAL" clId="{105CD40F-7821-4C18-A6E9-64F225FF86BC}" dt="2026-05-29T17:31:53.463" v="217" actId="255"/>
          <ac:spMkLst>
            <pc:docMk/>
            <pc:sldMk cId="730501311" sldId="290"/>
            <ac:spMk id="12" creationId="{ECE4EB9C-3891-521E-4600-BD6879FF669C}"/>
          </ac:spMkLst>
        </pc:spChg>
        <pc:spChg chg="add mod">
          <ac:chgData name="Hugo Beltran Sanz" userId="ca183383-65cb-419b-bd55-2967176de71a" providerId="ADAL" clId="{105CD40F-7821-4C18-A6E9-64F225FF86BC}" dt="2026-05-29T17:31:48.177" v="216" actId="1076"/>
          <ac:spMkLst>
            <pc:docMk/>
            <pc:sldMk cId="730501311" sldId="290"/>
            <ac:spMk id="13" creationId="{F72B08FA-77F3-A75A-CA7F-310929B7E373}"/>
          </ac:spMkLst>
        </pc:spChg>
        <pc:spChg chg="mod">
          <ac:chgData name="Hugo Beltran Sanz" userId="ca183383-65cb-419b-bd55-2967176de71a" providerId="ADAL" clId="{105CD40F-7821-4C18-A6E9-64F225FF86BC}" dt="2026-05-29T17:31:36.578" v="214" actId="1076"/>
          <ac:spMkLst>
            <pc:docMk/>
            <pc:sldMk cId="730501311" sldId="290"/>
            <ac:spMk id="16" creationId="{471E1424-6C4B-2D9A-1352-30AFB987AD41}"/>
          </ac:spMkLst>
        </pc:spChg>
        <pc:picChg chg="add mod">
          <ac:chgData name="Hugo Beltran Sanz" userId="ca183383-65cb-419b-bd55-2967176de71a" providerId="ADAL" clId="{105CD40F-7821-4C18-A6E9-64F225FF86BC}" dt="2026-05-29T17:29:06.685" v="28" actId="1076"/>
          <ac:picMkLst>
            <pc:docMk/>
            <pc:sldMk cId="730501311" sldId="290"/>
            <ac:picMk id="7" creationId="{D5FA9047-C119-6446-E639-7FF7FC05DD37}"/>
          </ac:picMkLst>
        </pc:picChg>
        <pc:picChg chg="del">
          <ac:chgData name="Hugo Beltran Sanz" userId="ca183383-65cb-419b-bd55-2967176de71a" providerId="ADAL" clId="{105CD40F-7821-4C18-A6E9-64F225FF86BC}" dt="2026-05-29T17:28:07.035" v="19" actId="478"/>
          <ac:picMkLst>
            <pc:docMk/>
            <pc:sldMk cId="730501311" sldId="290"/>
            <ac:picMk id="85" creationId="{00000000-0000-0000-0000-000000000000}"/>
          </ac:picMkLst>
        </pc:picChg>
      </pc:sldChg>
      <pc:sldChg chg="addSp delSp modSp mod">
        <pc:chgData name="Hugo Beltran Sanz" userId="ca183383-65cb-419b-bd55-2967176de71a" providerId="ADAL" clId="{105CD40F-7821-4C18-A6E9-64F225FF86BC}" dt="2026-05-29T17:35:28.280" v="346" actId="1076"/>
        <pc:sldMkLst>
          <pc:docMk/>
          <pc:sldMk cId="2395180334" sldId="296"/>
        </pc:sldMkLst>
        <pc:spChg chg="del">
          <ac:chgData name="Hugo Beltran Sanz" userId="ca183383-65cb-419b-bd55-2967176de71a" providerId="ADAL" clId="{105CD40F-7821-4C18-A6E9-64F225FF86BC}" dt="2026-05-29T17:32:17.517" v="224" actId="478"/>
          <ac:spMkLst>
            <pc:docMk/>
            <pc:sldMk cId="2395180334" sldId="296"/>
            <ac:spMk id="2" creationId="{50C41089-061E-9B39-3904-6F31AFE073B8}"/>
          </ac:spMkLst>
        </pc:spChg>
        <pc:spChg chg="del">
          <ac:chgData name="Hugo Beltran Sanz" userId="ca183383-65cb-419b-bd55-2967176de71a" providerId="ADAL" clId="{105CD40F-7821-4C18-A6E9-64F225FF86BC}" dt="2026-05-29T17:32:16.597" v="223" actId="478"/>
          <ac:spMkLst>
            <pc:docMk/>
            <pc:sldMk cId="2395180334" sldId="296"/>
            <ac:spMk id="4" creationId="{0E86A2CB-D14B-54A7-9376-DAE1E4FF0284}"/>
          </ac:spMkLst>
        </pc:spChg>
        <pc:spChg chg="del">
          <ac:chgData name="Hugo Beltran Sanz" userId="ca183383-65cb-419b-bd55-2967176de71a" providerId="ADAL" clId="{105CD40F-7821-4C18-A6E9-64F225FF86BC}" dt="2026-05-29T17:32:11.886" v="220" actId="478"/>
          <ac:spMkLst>
            <pc:docMk/>
            <pc:sldMk cId="2395180334" sldId="296"/>
            <ac:spMk id="5" creationId="{DA69D816-535A-F5EE-E106-BA148A1B2DF6}"/>
          </ac:spMkLst>
        </pc:spChg>
        <pc:spChg chg="del">
          <ac:chgData name="Hugo Beltran Sanz" userId="ca183383-65cb-419b-bd55-2967176de71a" providerId="ADAL" clId="{105CD40F-7821-4C18-A6E9-64F225FF86BC}" dt="2026-05-29T17:32:10.623" v="219" actId="478"/>
          <ac:spMkLst>
            <pc:docMk/>
            <pc:sldMk cId="2395180334" sldId="296"/>
            <ac:spMk id="6" creationId="{F95B976F-6522-EA3D-1323-5C97E9F88EDF}"/>
          </ac:spMkLst>
        </pc:spChg>
        <pc:spChg chg="add mod">
          <ac:chgData name="Hugo Beltran Sanz" userId="ca183383-65cb-419b-bd55-2967176de71a" providerId="ADAL" clId="{105CD40F-7821-4C18-A6E9-64F225FF86BC}" dt="2026-05-29T17:32:56.623" v="229" actId="255"/>
          <ac:spMkLst>
            <pc:docMk/>
            <pc:sldMk cId="2395180334" sldId="296"/>
            <ac:spMk id="8" creationId="{12D31A97-1263-D4AF-B61D-10C58319B2C8}"/>
          </ac:spMkLst>
        </pc:spChg>
        <pc:spChg chg="add del mod">
          <ac:chgData name="Hugo Beltran Sanz" userId="ca183383-65cb-419b-bd55-2967176de71a" providerId="ADAL" clId="{105CD40F-7821-4C18-A6E9-64F225FF86BC}" dt="2026-05-29T17:34:26.728" v="335" actId="478"/>
          <ac:spMkLst>
            <pc:docMk/>
            <pc:sldMk cId="2395180334" sldId="296"/>
            <ac:spMk id="9" creationId="{7136B31F-F1B5-8F3C-DD6E-E5AB41C0B284}"/>
          </ac:spMkLst>
        </pc:spChg>
        <pc:spChg chg="add mod">
          <ac:chgData name="Hugo Beltran Sanz" userId="ca183383-65cb-419b-bd55-2967176de71a" providerId="ADAL" clId="{105CD40F-7821-4C18-A6E9-64F225FF86BC}" dt="2026-05-29T17:34:44.251" v="338" actId="1076"/>
          <ac:spMkLst>
            <pc:docMk/>
            <pc:sldMk cId="2395180334" sldId="296"/>
            <ac:spMk id="10" creationId="{97E6FE0F-6027-FF67-9331-C2C196052746}"/>
          </ac:spMkLst>
        </pc:spChg>
        <pc:spChg chg="add mod">
          <ac:chgData name="Hugo Beltran Sanz" userId="ca183383-65cb-419b-bd55-2967176de71a" providerId="ADAL" clId="{105CD40F-7821-4C18-A6E9-64F225FF86BC}" dt="2026-05-29T17:35:23.502" v="345" actId="1076"/>
          <ac:spMkLst>
            <pc:docMk/>
            <pc:sldMk cId="2395180334" sldId="296"/>
            <ac:spMk id="11" creationId="{50E643D4-262D-035A-B72E-10659A6B96AE}"/>
          </ac:spMkLst>
        </pc:spChg>
        <pc:spChg chg="add mod">
          <ac:chgData name="Hugo Beltran Sanz" userId="ca183383-65cb-419b-bd55-2967176de71a" providerId="ADAL" clId="{105CD40F-7821-4C18-A6E9-64F225FF86BC}" dt="2026-05-29T17:35:28.280" v="346" actId="1076"/>
          <ac:spMkLst>
            <pc:docMk/>
            <pc:sldMk cId="2395180334" sldId="296"/>
            <ac:spMk id="12" creationId="{50F30683-DA54-7FC1-17A4-7D11F181F3A4}"/>
          </ac:spMkLst>
        </pc:spChg>
        <pc:spChg chg="add mod">
          <ac:chgData name="Hugo Beltran Sanz" userId="ca183383-65cb-419b-bd55-2967176de71a" providerId="ADAL" clId="{105CD40F-7821-4C18-A6E9-64F225FF86BC}" dt="2026-05-29T17:35:15.849" v="343" actId="1076"/>
          <ac:spMkLst>
            <pc:docMk/>
            <pc:sldMk cId="2395180334" sldId="296"/>
            <ac:spMk id="13" creationId="{B00D1DA6-EB01-1B0E-B714-6C9FFAF8834C}"/>
          </ac:spMkLst>
        </pc:spChg>
        <pc:spChg chg="add mod">
          <ac:chgData name="Hugo Beltran Sanz" userId="ca183383-65cb-419b-bd55-2967176de71a" providerId="ADAL" clId="{105CD40F-7821-4C18-A6E9-64F225FF86BC}" dt="2026-05-29T17:35:08.832" v="342" actId="1076"/>
          <ac:spMkLst>
            <pc:docMk/>
            <pc:sldMk cId="2395180334" sldId="296"/>
            <ac:spMk id="14" creationId="{8D1DC246-86A2-15CE-F49E-A698C295F021}"/>
          </ac:spMkLst>
        </pc:spChg>
        <pc:spChg chg="add mod">
          <ac:chgData name="Hugo Beltran Sanz" userId="ca183383-65cb-419b-bd55-2967176de71a" providerId="ADAL" clId="{105CD40F-7821-4C18-A6E9-64F225FF86BC}" dt="2026-05-29T17:35:08.832" v="342" actId="1076"/>
          <ac:spMkLst>
            <pc:docMk/>
            <pc:sldMk cId="2395180334" sldId="296"/>
            <ac:spMk id="15" creationId="{9B98E457-CA06-29AF-5312-13CA82B900BC}"/>
          </ac:spMkLst>
        </pc:spChg>
        <pc:spChg chg="mod">
          <ac:chgData name="Hugo Beltran Sanz" userId="ca183383-65cb-419b-bd55-2967176de71a" providerId="ADAL" clId="{105CD40F-7821-4C18-A6E9-64F225FF86BC}" dt="2026-05-29T17:32:13.671" v="222" actId="1076"/>
          <ac:spMkLst>
            <pc:docMk/>
            <pc:sldMk cId="2395180334" sldId="296"/>
            <ac:spMk id="16" creationId="{D79563BA-3258-C655-D121-E2E23B61FDB5}"/>
          </ac:spMkLst>
        </pc:spChg>
        <pc:spChg chg="add mod">
          <ac:chgData name="Hugo Beltran Sanz" userId="ca183383-65cb-419b-bd55-2967176de71a" providerId="ADAL" clId="{105CD40F-7821-4C18-A6E9-64F225FF86BC}" dt="2026-05-29T17:34:37.333" v="337" actId="1076"/>
          <ac:spMkLst>
            <pc:docMk/>
            <pc:sldMk cId="2395180334" sldId="296"/>
            <ac:spMk id="17" creationId="{34914741-D735-0082-C23C-5D8AA7F2CAFD}"/>
          </ac:spMkLst>
        </pc:spChg>
        <pc:picChg chg="add mod">
          <ac:chgData name="Hugo Beltran Sanz" userId="ca183383-65cb-419b-bd55-2967176de71a" providerId="ADAL" clId="{105CD40F-7821-4C18-A6E9-64F225FF86BC}" dt="2026-05-29T17:35:00.979" v="341" actId="1076"/>
          <ac:picMkLst>
            <pc:docMk/>
            <pc:sldMk cId="2395180334" sldId="296"/>
            <ac:picMk id="7" creationId="{281D359E-559E-A16F-E8AA-8F1250655E5A}"/>
          </ac:picMkLst>
        </pc:picChg>
        <pc:picChg chg="del">
          <ac:chgData name="Hugo Beltran Sanz" userId="ca183383-65cb-419b-bd55-2967176de71a" providerId="ADAL" clId="{105CD40F-7821-4C18-A6E9-64F225FF86BC}" dt="2026-05-29T17:32:09.856" v="218" actId="478"/>
          <ac:picMkLst>
            <pc:docMk/>
            <pc:sldMk cId="2395180334" sldId="296"/>
            <ac:picMk id="85" creationId="{00000000-0000-0000-0000-000000000000}"/>
          </ac:picMkLst>
        </pc:picChg>
      </pc:sldChg>
      <pc:sldChg chg="addSp delSp modSp mod">
        <pc:chgData name="Hugo Beltran Sanz" userId="ca183383-65cb-419b-bd55-2967176de71a" providerId="ADAL" clId="{105CD40F-7821-4C18-A6E9-64F225FF86BC}" dt="2026-05-29T17:38:52.434" v="446" actId="1076"/>
        <pc:sldMkLst>
          <pc:docMk/>
          <pc:sldMk cId="1222654462" sldId="375"/>
        </pc:sldMkLst>
        <pc:spChg chg="del">
          <ac:chgData name="Hugo Beltran Sanz" userId="ca183383-65cb-419b-bd55-2967176de71a" providerId="ADAL" clId="{105CD40F-7821-4C18-A6E9-64F225FF86BC}" dt="2026-05-29T17:35:39.155" v="347" actId="478"/>
          <ac:spMkLst>
            <pc:docMk/>
            <pc:sldMk cId="1222654462" sldId="375"/>
            <ac:spMk id="3" creationId="{5FB43DF1-4048-35BF-BD58-4BF2A341D2EF}"/>
          </ac:spMkLst>
        </pc:spChg>
        <pc:spChg chg="add mod">
          <ac:chgData name="Hugo Beltran Sanz" userId="ca183383-65cb-419b-bd55-2967176de71a" providerId="ADAL" clId="{105CD40F-7821-4C18-A6E9-64F225FF86BC}" dt="2026-05-29T17:37:44.462" v="433" actId="1076"/>
          <ac:spMkLst>
            <pc:docMk/>
            <pc:sldMk cId="1222654462" sldId="375"/>
            <ac:spMk id="4" creationId="{0E2BA1C0-83F0-8560-AE29-9DC4DA2C9859}"/>
          </ac:spMkLst>
        </pc:spChg>
        <pc:spChg chg="add del mod">
          <ac:chgData name="Hugo Beltran Sanz" userId="ca183383-65cb-419b-bd55-2967176de71a" providerId="ADAL" clId="{105CD40F-7821-4C18-A6E9-64F225FF86BC}" dt="2026-05-29T17:37:28.558" v="429" actId="478"/>
          <ac:spMkLst>
            <pc:docMk/>
            <pc:sldMk cId="1222654462" sldId="375"/>
            <ac:spMk id="7" creationId="{D26741C0-AE5B-F070-A1E7-61E46F0663C3}"/>
          </ac:spMkLst>
        </pc:spChg>
        <pc:spChg chg="del">
          <ac:chgData name="Hugo Beltran Sanz" userId="ca183383-65cb-419b-bd55-2967176de71a" providerId="ADAL" clId="{105CD40F-7821-4C18-A6E9-64F225FF86BC}" dt="2026-05-29T17:35:39.155" v="347" actId="478"/>
          <ac:spMkLst>
            <pc:docMk/>
            <pc:sldMk cId="1222654462" sldId="375"/>
            <ac:spMk id="8" creationId="{D9601617-351E-AE1A-1F4D-693F2EA59361}"/>
          </ac:spMkLst>
        </pc:spChg>
        <pc:spChg chg="add mod">
          <ac:chgData name="Hugo Beltran Sanz" userId="ca183383-65cb-419b-bd55-2967176de71a" providerId="ADAL" clId="{105CD40F-7821-4C18-A6E9-64F225FF86BC}" dt="2026-05-29T17:38:02.316" v="438" actId="20577"/>
          <ac:spMkLst>
            <pc:docMk/>
            <pc:sldMk cId="1222654462" sldId="375"/>
            <ac:spMk id="9" creationId="{A099692A-D389-B165-52E1-3AE31396AC86}"/>
          </ac:spMkLst>
        </pc:spChg>
        <pc:spChg chg="del">
          <ac:chgData name="Hugo Beltran Sanz" userId="ca183383-65cb-419b-bd55-2967176de71a" providerId="ADAL" clId="{105CD40F-7821-4C18-A6E9-64F225FF86BC}" dt="2026-05-29T17:35:39.155" v="347" actId="478"/>
          <ac:spMkLst>
            <pc:docMk/>
            <pc:sldMk cId="1222654462" sldId="375"/>
            <ac:spMk id="11" creationId="{B811A5F9-C0B5-716C-70FB-9472E1BC2CD3}"/>
          </ac:spMkLst>
        </pc:spChg>
        <pc:spChg chg="del">
          <ac:chgData name="Hugo Beltran Sanz" userId="ca183383-65cb-419b-bd55-2967176de71a" providerId="ADAL" clId="{105CD40F-7821-4C18-A6E9-64F225FF86BC}" dt="2026-05-29T17:35:39.155" v="347" actId="478"/>
          <ac:spMkLst>
            <pc:docMk/>
            <pc:sldMk cId="1222654462" sldId="375"/>
            <ac:spMk id="12" creationId="{1D17C364-5A66-F740-B152-8B41A2A4EF26}"/>
          </ac:spMkLst>
        </pc:spChg>
        <pc:spChg chg="del">
          <ac:chgData name="Hugo Beltran Sanz" userId="ca183383-65cb-419b-bd55-2967176de71a" providerId="ADAL" clId="{105CD40F-7821-4C18-A6E9-64F225FF86BC}" dt="2026-05-29T17:35:39.155" v="347" actId="478"/>
          <ac:spMkLst>
            <pc:docMk/>
            <pc:sldMk cId="1222654462" sldId="375"/>
            <ac:spMk id="14" creationId="{6AA857E7-5C39-DCE1-10B5-40300FCF4B26}"/>
          </ac:spMkLst>
        </pc:spChg>
        <pc:spChg chg="del">
          <ac:chgData name="Hugo Beltran Sanz" userId="ca183383-65cb-419b-bd55-2967176de71a" providerId="ADAL" clId="{105CD40F-7821-4C18-A6E9-64F225FF86BC}" dt="2026-05-29T17:35:39.155" v="347" actId="478"/>
          <ac:spMkLst>
            <pc:docMk/>
            <pc:sldMk cId="1222654462" sldId="375"/>
            <ac:spMk id="15" creationId="{54CF28B4-1346-F41D-2CD8-EA104ABBFB98}"/>
          </ac:spMkLst>
        </pc:spChg>
        <pc:spChg chg="add mod">
          <ac:chgData name="Hugo Beltran Sanz" userId="ca183383-65cb-419b-bd55-2967176de71a" providerId="ADAL" clId="{105CD40F-7821-4C18-A6E9-64F225FF86BC}" dt="2026-05-29T17:38:07.402" v="439" actId="1076"/>
          <ac:spMkLst>
            <pc:docMk/>
            <pc:sldMk cId="1222654462" sldId="375"/>
            <ac:spMk id="17" creationId="{F3CD6A2A-2503-31C1-EB92-AA82C877D86B}"/>
          </ac:spMkLst>
        </pc:spChg>
        <pc:spChg chg="add mod">
          <ac:chgData name="Hugo Beltran Sanz" userId="ca183383-65cb-419b-bd55-2967176de71a" providerId="ADAL" clId="{105CD40F-7821-4C18-A6E9-64F225FF86BC}" dt="2026-05-29T17:38:43.372" v="444" actId="1076"/>
          <ac:spMkLst>
            <pc:docMk/>
            <pc:sldMk cId="1222654462" sldId="375"/>
            <ac:spMk id="18" creationId="{9D16ECC4-42A3-E78F-B75A-B0825D67A8FB}"/>
          </ac:spMkLst>
        </pc:spChg>
        <pc:spChg chg="add mod">
          <ac:chgData name="Hugo Beltran Sanz" userId="ca183383-65cb-419b-bd55-2967176de71a" providerId="ADAL" clId="{105CD40F-7821-4C18-A6E9-64F225FF86BC}" dt="2026-05-29T17:38:43.372" v="444" actId="1076"/>
          <ac:spMkLst>
            <pc:docMk/>
            <pc:sldMk cId="1222654462" sldId="375"/>
            <ac:spMk id="19" creationId="{E379282D-E441-36ED-343F-8F0BEB5D1E1D}"/>
          </ac:spMkLst>
        </pc:spChg>
        <pc:spChg chg="add mod">
          <ac:chgData name="Hugo Beltran Sanz" userId="ca183383-65cb-419b-bd55-2967176de71a" providerId="ADAL" clId="{105CD40F-7821-4C18-A6E9-64F225FF86BC}" dt="2026-05-29T17:38:52.434" v="446" actId="1076"/>
          <ac:spMkLst>
            <pc:docMk/>
            <pc:sldMk cId="1222654462" sldId="375"/>
            <ac:spMk id="20" creationId="{F50D8937-28D9-CFB9-4B5E-33D1214EFDDA}"/>
          </ac:spMkLst>
        </pc:spChg>
        <pc:spChg chg="add mod">
          <ac:chgData name="Hugo Beltran Sanz" userId="ca183383-65cb-419b-bd55-2967176de71a" providerId="ADAL" clId="{105CD40F-7821-4C18-A6E9-64F225FF86BC}" dt="2026-05-29T17:37:46.959" v="434" actId="1076"/>
          <ac:spMkLst>
            <pc:docMk/>
            <pc:sldMk cId="1222654462" sldId="375"/>
            <ac:spMk id="21" creationId="{34452A86-B3AC-D68E-3D7E-3CD5EBCB0E3B}"/>
          </ac:spMkLst>
        </pc:spChg>
        <pc:picChg chg="add mod">
          <ac:chgData name="Hugo Beltran Sanz" userId="ca183383-65cb-419b-bd55-2967176de71a" providerId="ADAL" clId="{105CD40F-7821-4C18-A6E9-64F225FF86BC}" dt="2026-05-29T17:38:46.433" v="445" actId="1076"/>
          <ac:picMkLst>
            <pc:docMk/>
            <pc:sldMk cId="1222654462" sldId="375"/>
            <ac:picMk id="2" creationId="{85EE84EB-ABFD-D0FC-C6AB-38994DC6FB0A}"/>
          </ac:picMkLst>
        </pc:picChg>
        <pc:picChg chg="del mod">
          <ac:chgData name="Hugo Beltran Sanz" userId="ca183383-65cb-419b-bd55-2967176de71a" providerId="ADAL" clId="{105CD40F-7821-4C18-A6E9-64F225FF86BC}" dt="2026-05-29T17:35:39.155" v="347" actId="478"/>
          <ac:picMkLst>
            <pc:docMk/>
            <pc:sldMk cId="1222654462" sldId="375"/>
            <ac:picMk id="16" creationId="{00000000-0000-0000-0000-000000000000}"/>
          </ac:picMkLst>
        </pc:picChg>
      </pc:sldChg>
      <pc:sldChg chg="addSp delSp modSp mod">
        <pc:chgData name="Hugo Beltran Sanz" userId="ca183383-65cb-419b-bd55-2967176de71a" providerId="ADAL" clId="{105CD40F-7821-4C18-A6E9-64F225FF86BC}" dt="2026-05-29T17:42:03.567" v="521" actId="1076"/>
        <pc:sldMkLst>
          <pc:docMk/>
          <pc:sldMk cId="1475710608" sldId="376"/>
        </pc:sldMkLst>
        <pc:spChg chg="del">
          <ac:chgData name="Hugo Beltran Sanz" userId="ca183383-65cb-419b-bd55-2967176de71a" providerId="ADAL" clId="{105CD40F-7821-4C18-A6E9-64F225FF86BC}" dt="2026-05-29T17:39:04.765" v="447" actId="478"/>
          <ac:spMkLst>
            <pc:docMk/>
            <pc:sldMk cId="1475710608" sldId="376"/>
            <ac:spMk id="2" creationId="{F1C12A10-91CE-B5DA-9D77-267ED06AEAC2}"/>
          </ac:spMkLst>
        </pc:spChg>
        <pc:spChg chg="del">
          <ac:chgData name="Hugo Beltran Sanz" userId="ca183383-65cb-419b-bd55-2967176de71a" providerId="ADAL" clId="{105CD40F-7821-4C18-A6E9-64F225FF86BC}" dt="2026-05-29T17:39:04.765" v="447" actId="478"/>
          <ac:spMkLst>
            <pc:docMk/>
            <pc:sldMk cId="1475710608" sldId="376"/>
            <ac:spMk id="4" creationId="{FDBAE930-4EE5-671B-4DE7-6BC60C48E7C0}"/>
          </ac:spMkLst>
        </pc:spChg>
        <pc:spChg chg="del">
          <ac:chgData name="Hugo Beltran Sanz" userId="ca183383-65cb-419b-bd55-2967176de71a" providerId="ADAL" clId="{105CD40F-7821-4C18-A6E9-64F225FF86BC}" dt="2026-05-29T17:39:04.765" v="447" actId="478"/>
          <ac:spMkLst>
            <pc:docMk/>
            <pc:sldMk cId="1475710608" sldId="376"/>
            <ac:spMk id="7" creationId="{A6CCE634-FF91-FD5F-7C1D-4329E9DA2469}"/>
          </ac:spMkLst>
        </pc:spChg>
        <pc:spChg chg="add mod">
          <ac:chgData name="Hugo Beltran Sanz" userId="ca183383-65cb-419b-bd55-2967176de71a" providerId="ADAL" clId="{105CD40F-7821-4C18-A6E9-64F225FF86BC}" dt="2026-05-29T17:41:04.392" v="509" actId="1076"/>
          <ac:spMkLst>
            <pc:docMk/>
            <pc:sldMk cId="1475710608" sldId="376"/>
            <ac:spMk id="11" creationId="{D8BF9BBC-E250-5584-E673-F3D204BF6DDA}"/>
          </ac:spMkLst>
        </pc:spChg>
        <pc:spChg chg="add mod">
          <ac:chgData name="Hugo Beltran Sanz" userId="ca183383-65cb-419b-bd55-2967176de71a" providerId="ADAL" clId="{105CD40F-7821-4C18-A6E9-64F225FF86BC}" dt="2026-05-29T17:41:04.392" v="509" actId="1076"/>
          <ac:spMkLst>
            <pc:docMk/>
            <pc:sldMk cId="1475710608" sldId="376"/>
            <ac:spMk id="12" creationId="{333DABD4-DABA-A2B9-761E-A27D5374922F}"/>
          </ac:spMkLst>
        </pc:spChg>
        <pc:spChg chg="add del mod">
          <ac:chgData name="Hugo Beltran Sanz" userId="ca183383-65cb-419b-bd55-2967176de71a" providerId="ADAL" clId="{105CD40F-7821-4C18-A6E9-64F225FF86BC}" dt="2026-05-29T17:40:46.155" v="505" actId="478"/>
          <ac:spMkLst>
            <pc:docMk/>
            <pc:sldMk cId="1475710608" sldId="376"/>
            <ac:spMk id="15" creationId="{A33DD8E0-41E5-8FA9-CC5C-A8E654EBCD35}"/>
          </ac:spMkLst>
        </pc:spChg>
        <pc:spChg chg="add mod">
          <ac:chgData name="Hugo Beltran Sanz" userId="ca183383-65cb-419b-bd55-2967176de71a" providerId="ADAL" clId="{105CD40F-7821-4C18-A6E9-64F225FF86BC}" dt="2026-05-29T17:41:18.339" v="511" actId="1076"/>
          <ac:spMkLst>
            <pc:docMk/>
            <pc:sldMk cId="1475710608" sldId="376"/>
            <ac:spMk id="16" creationId="{834A7AA9-3F2B-1421-3F6D-4BF1368A4330}"/>
          </ac:spMkLst>
        </pc:spChg>
        <pc:spChg chg="add mod">
          <ac:chgData name="Hugo Beltran Sanz" userId="ca183383-65cb-419b-bd55-2967176de71a" providerId="ADAL" clId="{105CD40F-7821-4C18-A6E9-64F225FF86BC}" dt="2026-05-29T17:41:18.339" v="511" actId="1076"/>
          <ac:spMkLst>
            <pc:docMk/>
            <pc:sldMk cId="1475710608" sldId="376"/>
            <ac:spMk id="17" creationId="{CACDB0AB-A13C-2473-D582-775F6211AAE7}"/>
          </ac:spMkLst>
        </pc:spChg>
        <pc:spChg chg="add mod">
          <ac:chgData name="Hugo Beltran Sanz" userId="ca183383-65cb-419b-bd55-2967176de71a" providerId="ADAL" clId="{105CD40F-7821-4C18-A6E9-64F225FF86BC}" dt="2026-05-29T17:41:07.832" v="510" actId="1076"/>
          <ac:spMkLst>
            <pc:docMk/>
            <pc:sldMk cId="1475710608" sldId="376"/>
            <ac:spMk id="18" creationId="{5062C9AD-548F-CA25-B9AC-8FE29A53832D}"/>
          </ac:spMkLst>
        </pc:spChg>
        <pc:picChg chg="add mod">
          <ac:chgData name="Hugo Beltran Sanz" userId="ca183383-65cb-419b-bd55-2967176de71a" providerId="ADAL" clId="{105CD40F-7821-4C18-A6E9-64F225FF86BC}" dt="2026-05-29T17:41:41.183" v="518" actId="1076"/>
          <ac:picMkLst>
            <pc:docMk/>
            <pc:sldMk cId="1475710608" sldId="376"/>
            <ac:picMk id="3" creationId="{916FA791-BDE5-10BF-A5FD-2EC547AE8AEC}"/>
          </ac:picMkLst>
        </pc:picChg>
        <pc:picChg chg="add mod">
          <ac:chgData name="Hugo Beltran Sanz" userId="ca183383-65cb-419b-bd55-2967176de71a" providerId="ADAL" clId="{105CD40F-7821-4C18-A6E9-64F225FF86BC}" dt="2026-05-29T17:42:03.567" v="521" actId="1076"/>
          <ac:picMkLst>
            <pc:docMk/>
            <pc:sldMk cId="1475710608" sldId="376"/>
            <ac:picMk id="8" creationId="{0C243F8D-BC5A-4D05-0020-1ED26D3E32AB}"/>
          </ac:picMkLst>
        </pc:picChg>
        <pc:picChg chg="add mod">
          <ac:chgData name="Hugo Beltran Sanz" userId="ca183383-65cb-419b-bd55-2967176de71a" providerId="ADAL" clId="{105CD40F-7821-4C18-A6E9-64F225FF86BC}" dt="2026-05-29T17:41:49.066" v="519" actId="1076"/>
          <ac:picMkLst>
            <pc:docMk/>
            <pc:sldMk cId="1475710608" sldId="376"/>
            <ac:picMk id="9" creationId="{537FC786-3D1D-5D4C-2B93-8167243CF0E5}"/>
          </ac:picMkLst>
        </pc:picChg>
        <pc:picChg chg="del mod">
          <ac:chgData name="Hugo Beltran Sanz" userId="ca183383-65cb-419b-bd55-2967176de71a" providerId="ADAL" clId="{105CD40F-7821-4C18-A6E9-64F225FF86BC}" dt="2026-05-29T17:39:04.765" v="447" actId="478"/>
          <ac:picMkLst>
            <pc:docMk/>
            <pc:sldMk cId="1475710608" sldId="376"/>
            <ac:picMk id="14" creationId="{00000000-0000-0000-0000-000000000000}"/>
          </ac:picMkLst>
        </pc:picChg>
      </pc:sldChg>
      <pc:sldChg chg="addSp delSp modSp mod">
        <pc:chgData name="Hugo Beltran Sanz" userId="ca183383-65cb-419b-bd55-2967176de71a" providerId="ADAL" clId="{105CD40F-7821-4C18-A6E9-64F225FF86BC}" dt="2026-05-29T17:48:25.128" v="737" actId="14100"/>
        <pc:sldMkLst>
          <pc:docMk/>
          <pc:sldMk cId="543184549" sldId="377"/>
        </pc:sldMkLst>
        <pc:spChg chg="del">
          <ac:chgData name="Hugo Beltran Sanz" userId="ca183383-65cb-419b-bd55-2967176de71a" providerId="ADAL" clId="{105CD40F-7821-4C18-A6E9-64F225FF86BC}" dt="2026-05-29T17:42:13.703" v="522" actId="478"/>
          <ac:spMkLst>
            <pc:docMk/>
            <pc:sldMk cId="543184549" sldId="377"/>
            <ac:spMk id="3" creationId="{5FB43DF1-4048-35BF-BD58-4BF2A341D2EF}"/>
          </ac:spMkLst>
        </pc:spChg>
        <pc:spChg chg="add mod">
          <ac:chgData name="Hugo Beltran Sanz" userId="ca183383-65cb-419b-bd55-2967176de71a" providerId="ADAL" clId="{105CD40F-7821-4C18-A6E9-64F225FF86BC}" dt="2026-05-29T17:47:52.597" v="727" actId="1076"/>
          <ac:spMkLst>
            <pc:docMk/>
            <pc:sldMk cId="543184549" sldId="377"/>
            <ac:spMk id="7" creationId="{4CDDEDB3-9E4C-0A07-345B-A0941B2F76F8}"/>
          </ac:spMkLst>
        </pc:spChg>
        <pc:spChg chg="del">
          <ac:chgData name="Hugo Beltran Sanz" userId="ca183383-65cb-419b-bd55-2967176de71a" providerId="ADAL" clId="{105CD40F-7821-4C18-A6E9-64F225FF86BC}" dt="2026-05-29T17:42:13.703" v="522" actId="478"/>
          <ac:spMkLst>
            <pc:docMk/>
            <pc:sldMk cId="543184549" sldId="377"/>
            <ac:spMk id="8" creationId="{D9601617-351E-AE1A-1F4D-693F2EA59361}"/>
          </ac:spMkLst>
        </pc:spChg>
        <pc:spChg chg="del">
          <ac:chgData name="Hugo Beltran Sanz" userId="ca183383-65cb-419b-bd55-2967176de71a" providerId="ADAL" clId="{105CD40F-7821-4C18-A6E9-64F225FF86BC}" dt="2026-05-29T17:42:13.703" v="522" actId="478"/>
          <ac:spMkLst>
            <pc:docMk/>
            <pc:sldMk cId="543184549" sldId="377"/>
            <ac:spMk id="11" creationId="{B811A5F9-C0B5-716C-70FB-9472E1BC2CD3}"/>
          </ac:spMkLst>
        </pc:spChg>
        <pc:spChg chg="del">
          <ac:chgData name="Hugo Beltran Sanz" userId="ca183383-65cb-419b-bd55-2967176de71a" providerId="ADAL" clId="{105CD40F-7821-4C18-A6E9-64F225FF86BC}" dt="2026-05-29T17:42:13.703" v="522" actId="478"/>
          <ac:spMkLst>
            <pc:docMk/>
            <pc:sldMk cId="543184549" sldId="377"/>
            <ac:spMk id="12" creationId="{1D17C364-5A66-F740-B152-8B41A2A4EF26}"/>
          </ac:spMkLst>
        </pc:spChg>
        <pc:spChg chg="add del mod">
          <ac:chgData name="Hugo Beltran Sanz" userId="ca183383-65cb-419b-bd55-2967176de71a" providerId="ADAL" clId="{105CD40F-7821-4C18-A6E9-64F225FF86BC}" dt="2026-05-29T17:46:44.060" v="622" actId="478"/>
          <ac:spMkLst>
            <pc:docMk/>
            <pc:sldMk cId="543184549" sldId="377"/>
            <ac:spMk id="13" creationId="{06BB8223-47E7-B97B-84B9-833909CA5938}"/>
          </ac:spMkLst>
        </pc:spChg>
        <pc:spChg chg="del">
          <ac:chgData name="Hugo Beltran Sanz" userId="ca183383-65cb-419b-bd55-2967176de71a" providerId="ADAL" clId="{105CD40F-7821-4C18-A6E9-64F225FF86BC}" dt="2026-05-29T17:42:13.703" v="522" actId="478"/>
          <ac:spMkLst>
            <pc:docMk/>
            <pc:sldMk cId="543184549" sldId="377"/>
            <ac:spMk id="14" creationId="{6AA857E7-5C39-DCE1-10B5-40300FCF4B26}"/>
          </ac:spMkLst>
        </pc:spChg>
        <pc:spChg chg="del">
          <ac:chgData name="Hugo Beltran Sanz" userId="ca183383-65cb-419b-bd55-2967176de71a" providerId="ADAL" clId="{105CD40F-7821-4C18-A6E9-64F225FF86BC}" dt="2026-05-29T17:42:13.703" v="522" actId="478"/>
          <ac:spMkLst>
            <pc:docMk/>
            <pc:sldMk cId="543184549" sldId="377"/>
            <ac:spMk id="15" creationId="{54CF28B4-1346-F41D-2CD8-EA104ABBFB98}"/>
          </ac:spMkLst>
        </pc:spChg>
        <pc:spChg chg="add del mod">
          <ac:chgData name="Hugo Beltran Sanz" userId="ca183383-65cb-419b-bd55-2967176de71a" providerId="ADAL" clId="{105CD40F-7821-4C18-A6E9-64F225FF86BC}" dt="2026-05-29T17:47:43.091" v="724" actId="478"/>
          <ac:spMkLst>
            <pc:docMk/>
            <pc:sldMk cId="543184549" sldId="377"/>
            <ac:spMk id="18" creationId="{AEB908A0-D1CA-C842-4381-DFBAAD58BB92}"/>
          </ac:spMkLst>
        </pc:spChg>
        <pc:spChg chg="add mod">
          <ac:chgData name="Hugo Beltran Sanz" userId="ca183383-65cb-419b-bd55-2967176de71a" providerId="ADAL" clId="{105CD40F-7821-4C18-A6E9-64F225FF86BC}" dt="2026-05-29T17:45:41.818" v="538" actId="1076"/>
          <ac:spMkLst>
            <pc:docMk/>
            <pc:sldMk cId="543184549" sldId="377"/>
            <ac:spMk id="19" creationId="{BDA033CA-F955-CF45-1AE3-2243082B22CD}"/>
          </ac:spMkLst>
        </pc:spChg>
        <pc:spChg chg="add mod">
          <ac:chgData name="Hugo Beltran Sanz" userId="ca183383-65cb-419b-bd55-2967176de71a" providerId="ADAL" clId="{105CD40F-7821-4C18-A6E9-64F225FF86BC}" dt="2026-05-29T17:45:38.384" v="537" actId="1076"/>
          <ac:spMkLst>
            <pc:docMk/>
            <pc:sldMk cId="543184549" sldId="377"/>
            <ac:spMk id="20" creationId="{CEE240EE-15DB-62E9-071A-D14F77058DD9}"/>
          </ac:spMkLst>
        </pc:spChg>
        <pc:spChg chg="add mod">
          <ac:chgData name="Hugo Beltran Sanz" userId="ca183383-65cb-419b-bd55-2967176de71a" providerId="ADAL" clId="{105CD40F-7821-4C18-A6E9-64F225FF86BC}" dt="2026-05-29T17:47:54.570" v="729" actId="1076"/>
          <ac:spMkLst>
            <pc:docMk/>
            <pc:sldMk cId="543184549" sldId="377"/>
            <ac:spMk id="21" creationId="{88625AE1-8B3B-530D-1DAF-8700D7FEF69D}"/>
          </ac:spMkLst>
        </pc:spChg>
        <pc:spChg chg="add mod">
          <ac:chgData name="Hugo Beltran Sanz" userId="ca183383-65cb-419b-bd55-2967176de71a" providerId="ADAL" clId="{105CD40F-7821-4C18-A6E9-64F225FF86BC}" dt="2026-05-29T17:47:59.385" v="730" actId="1076"/>
          <ac:spMkLst>
            <pc:docMk/>
            <pc:sldMk cId="543184549" sldId="377"/>
            <ac:spMk id="22" creationId="{824ECE93-0FA9-431F-A9E8-780C9A7CC874}"/>
          </ac:spMkLst>
        </pc:spChg>
        <pc:picChg chg="add mod">
          <ac:chgData name="Hugo Beltran Sanz" userId="ca183383-65cb-419b-bd55-2967176de71a" providerId="ADAL" clId="{105CD40F-7821-4C18-A6E9-64F225FF86BC}" dt="2026-05-29T17:48:14.775" v="735" actId="1076"/>
          <ac:picMkLst>
            <pc:docMk/>
            <pc:sldMk cId="543184549" sldId="377"/>
            <ac:picMk id="2" creationId="{9419E03E-173D-A82A-A8C1-E537D8B9E77F}"/>
          </ac:picMkLst>
        </pc:picChg>
        <pc:picChg chg="add mod">
          <ac:chgData name="Hugo Beltran Sanz" userId="ca183383-65cb-419b-bd55-2967176de71a" providerId="ADAL" clId="{105CD40F-7821-4C18-A6E9-64F225FF86BC}" dt="2026-05-29T17:48:25.128" v="737" actId="14100"/>
          <ac:picMkLst>
            <pc:docMk/>
            <pc:sldMk cId="543184549" sldId="377"/>
            <ac:picMk id="4" creationId="{86737033-10BC-E74D-D040-12A7FF39C24F}"/>
          </ac:picMkLst>
        </pc:picChg>
        <pc:picChg chg="del mod">
          <ac:chgData name="Hugo Beltran Sanz" userId="ca183383-65cb-419b-bd55-2967176de71a" providerId="ADAL" clId="{105CD40F-7821-4C18-A6E9-64F225FF86BC}" dt="2026-05-29T17:42:13.703" v="522" actId="478"/>
          <ac:picMkLst>
            <pc:docMk/>
            <pc:sldMk cId="543184549" sldId="377"/>
            <ac:picMk id="16" creationId="{00000000-0000-0000-0000-000000000000}"/>
          </ac:picMkLst>
        </pc:picChg>
        <pc:picChg chg="del">
          <ac:chgData name="Hugo Beltran Sanz" userId="ca183383-65cb-419b-bd55-2967176de71a" providerId="ADAL" clId="{105CD40F-7821-4C18-A6E9-64F225FF86BC}" dt="2026-05-29T17:42:13.703" v="522" actId="478"/>
          <ac:picMkLst>
            <pc:docMk/>
            <pc:sldMk cId="543184549" sldId="377"/>
            <ac:picMk id="17" creationId="{00000000-0000-0000-0000-000000000000}"/>
          </ac:picMkLst>
        </pc:picChg>
      </pc:sldChg>
      <pc:sldChg chg="addSp delSp modSp mod">
        <pc:chgData name="Hugo Beltran Sanz" userId="ca183383-65cb-419b-bd55-2967176de71a" providerId="ADAL" clId="{105CD40F-7821-4C18-A6E9-64F225FF86BC}" dt="2026-05-29T17:55:39.876" v="989" actId="1076"/>
        <pc:sldMkLst>
          <pc:docMk/>
          <pc:sldMk cId="1931625216" sldId="380"/>
        </pc:sldMkLst>
        <pc:spChg chg="add del mod">
          <ac:chgData name="Hugo Beltran Sanz" userId="ca183383-65cb-419b-bd55-2967176de71a" providerId="ADAL" clId="{105CD40F-7821-4C18-A6E9-64F225FF86BC}" dt="2026-05-29T17:53:22.318" v="929" actId="478"/>
          <ac:spMkLst>
            <pc:docMk/>
            <pc:sldMk cId="1931625216" sldId="380"/>
            <ac:spMk id="2" creationId="{A0432696-E900-3BEC-29A8-50B4E188E4CA}"/>
          </ac:spMkLst>
        </pc:spChg>
        <pc:spChg chg="add mod">
          <ac:chgData name="Hugo Beltran Sanz" userId="ca183383-65cb-419b-bd55-2967176de71a" providerId="ADAL" clId="{105CD40F-7821-4C18-A6E9-64F225FF86BC}" dt="2026-05-29T17:55:23.750" v="984" actId="1076"/>
          <ac:spMkLst>
            <pc:docMk/>
            <pc:sldMk cId="1931625216" sldId="380"/>
            <ac:spMk id="7" creationId="{00958935-CCB7-6F51-9A15-0B23328C5200}"/>
          </ac:spMkLst>
        </pc:spChg>
        <pc:spChg chg="del">
          <ac:chgData name="Hugo Beltran Sanz" userId="ca183383-65cb-419b-bd55-2967176de71a" providerId="ADAL" clId="{105CD40F-7821-4C18-A6E9-64F225FF86BC}" dt="2026-05-29T17:52:57.367" v="924" actId="478"/>
          <ac:spMkLst>
            <pc:docMk/>
            <pc:sldMk cId="1931625216" sldId="380"/>
            <ac:spMk id="8" creationId="{D9601617-351E-AE1A-1F4D-693F2EA59361}"/>
          </ac:spMkLst>
        </pc:spChg>
        <pc:spChg chg="del">
          <ac:chgData name="Hugo Beltran Sanz" userId="ca183383-65cb-419b-bd55-2967176de71a" providerId="ADAL" clId="{105CD40F-7821-4C18-A6E9-64F225FF86BC}" dt="2026-05-29T17:52:57.367" v="924" actId="478"/>
          <ac:spMkLst>
            <pc:docMk/>
            <pc:sldMk cId="1931625216" sldId="380"/>
            <ac:spMk id="9" creationId="{11F0F5FC-B571-59FC-7890-3105A6A843BB}"/>
          </ac:spMkLst>
        </pc:spChg>
        <pc:spChg chg="del">
          <ac:chgData name="Hugo Beltran Sanz" userId="ca183383-65cb-419b-bd55-2967176de71a" providerId="ADAL" clId="{105CD40F-7821-4C18-A6E9-64F225FF86BC}" dt="2026-05-29T17:52:57.367" v="924" actId="478"/>
          <ac:spMkLst>
            <pc:docMk/>
            <pc:sldMk cId="1931625216" sldId="380"/>
            <ac:spMk id="10" creationId="{3146642F-220B-8F6A-59A8-2D128DDF3BEB}"/>
          </ac:spMkLst>
        </pc:spChg>
        <pc:spChg chg="del">
          <ac:chgData name="Hugo Beltran Sanz" userId="ca183383-65cb-419b-bd55-2967176de71a" providerId="ADAL" clId="{105CD40F-7821-4C18-A6E9-64F225FF86BC}" dt="2026-05-29T17:52:57.367" v="924" actId="478"/>
          <ac:spMkLst>
            <pc:docMk/>
            <pc:sldMk cId="1931625216" sldId="380"/>
            <ac:spMk id="11" creationId="{B811A5F9-C0B5-716C-70FB-9472E1BC2CD3}"/>
          </ac:spMkLst>
        </pc:spChg>
        <pc:spChg chg="del">
          <ac:chgData name="Hugo Beltran Sanz" userId="ca183383-65cb-419b-bd55-2967176de71a" providerId="ADAL" clId="{105CD40F-7821-4C18-A6E9-64F225FF86BC}" dt="2026-05-29T17:52:57.367" v="924" actId="478"/>
          <ac:spMkLst>
            <pc:docMk/>
            <pc:sldMk cId="1931625216" sldId="380"/>
            <ac:spMk id="12" creationId="{4E78CC89-1377-28A4-024D-1B017D551FC5}"/>
          </ac:spMkLst>
        </pc:spChg>
        <pc:spChg chg="del">
          <ac:chgData name="Hugo Beltran Sanz" userId="ca183383-65cb-419b-bd55-2967176de71a" providerId="ADAL" clId="{105CD40F-7821-4C18-A6E9-64F225FF86BC}" dt="2026-05-29T17:52:57.367" v="924" actId="478"/>
          <ac:spMkLst>
            <pc:docMk/>
            <pc:sldMk cId="1931625216" sldId="380"/>
            <ac:spMk id="13" creationId="{057C499E-829F-FB11-9128-843C937CB822}"/>
          </ac:spMkLst>
        </pc:spChg>
        <pc:spChg chg="del">
          <ac:chgData name="Hugo Beltran Sanz" userId="ca183383-65cb-419b-bd55-2967176de71a" providerId="ADAL" clId="{105CD40F-7821-4C18-A6E9-64F225FF86BC}" dt="2026-05-29T17:52:57.367" v="924" actId="478"/>
          <ac:spMkLst>
            <pc:docMk/>
            <pc:sldMk cId="1931625216" sldId="380"/>
            <ac:spMk id="14" creationId="{6AA857E7-5C39-DCE1-10B5-40300FCF4B26}"/>
          </ac:spMkLst>
        </pc:spChg>
        <pc:spChg chg="del">
          <ac:chgData name="Hugo Beltran Sanz" userId="ca183383-65cb-419b-bd55-2967176de71a" providerId="ADAL" clId="{105CD40F-7821-4C18-A6E9-64F225FF86BC}" dt="2026-05-29T17:52:57.367" v="924" actId="478"/>
          <ac:spMkLst>
            <pc:docMk/>
            <pc:sldMk cId="1931625216" sldId="380"/>
            <ac:spMk id="15" creationId="{54CF28B4-1346-F41D-2CD8-EA104ABBFB98}"/>
          </ac:spMkLst>
        </pc:spChg>
        <pc:spChg chg="add mod">
          <ac:chgData name="Hugo Beltran Sanz" userId="ca183383-65cb-419b-bd55-2967176de71a" providerId="ADAL" clId="{105CD40F-7821-4C18-A6E9-64F225FF86BC}" dt="2026-05-29T17:55:27.059" v="985" actId="1076"/>
          <ac:spMkLst>
            <pc:docMk/>
            <pc:sldMk cId="1931625216" sldId="380"/>
            <ac:spMk id="20" creationId="{CCF3863E-F87B-2105-72B0-2B1267512409}"/>
          </ac:spMkLst>
        </pc:spChg>
        <pc:spChg chg="add mod">
          <ac:chgData name="Hugo Beltran Sanz" userId="ca183383-65cb-419b-bd55-2967176de71a" providerId="ADAL" clId="{105CD40F-7821-4C18-A6E9-64F225FF86BC}" dt="2026-05-29T17:55:29.306" v="986" actId="1076"/>
          <ac:spMkLst>
            <pc:docMk/>
            <pc:sldMk cId="1931625216" sldId="380"/>
            <ac:spMk id="21" creationId="{EB5EB822-8433-EB4F-DACA-BCB9BFAEBC3B}"/>
          </ac:spMkLst>
        </pc:spChg>
        <pc:spChg chg="add mod">
          <ac:chgData name="Hugo Beltran Sanz" userId="ca183383-65cb-419b-bd55-2967176de71a" providerId="ADAL" clId="{105CD40F-7821-4C18-A6E9-64F225FF86BC}" dt="2026-05-29T17:55:34.550" v="987" actId="1076"/>
          <ac:spMkLst>
            <pc:docMk/>
            <pc:sldMk cId="1931625216" sldId="380"/>
            <ac:spMk id="22" creationId="{3627CBE2-0379-1670-5EC7-5F4231B39B39}"/>
          </ac:spMkLst>
        </pc:spChg>
        <pc:spChg chg="add mod">
          <ac:chgData name="Hugo Beltran Sanz" userId="ca183383-65cb-419b-bd55-2967176de71a" providerId="ADAL" clId="{105CD40F-7821-4C18-A6E9-64F225FF86BC}" dt="2026-05-29T17:55:39.876" v="989" actId="1076"/>
          <ac:spMkLst>
            <pc:docMk/>
            <pc:sldMk cId="1931625216" sldId="380"/>
            <ac:spMk id="23" creationId="{4C6CACC1-1445-4404-2049-488988E116DC}"/>
          </ac:spMkLst>
        </pc:spChg>
        <pc:spChg chg="add mod">
          <ac:chgData name="Hugo Beltran Sanz" userId="ca183383-65cb-419b-bd55-2967176de71a" providerId="ADAL" clId="{105CD40F-7821-4C18-A6E9-64F225FF86BC}" dt="2026-05-29T17:55:37.332" v="988" actId="1076"/>
          <ac:spMkLst>
            <pc:docMk/>
            <pc:sldMk cId="1931625216" sldId="380"/>
            <ac:spMk id="24" creationId="{DA77E8B6-69BD-4466-FEBF-192469481E18}"/>
          </ac:spMkLst>
        </pc:spChg>
        <pc:picChg chg="add mod">
          <ac:chgData name="Hugo Beltran Sanz" userId="ca183383-65cb-419b-bd55-2967176de71a" providerId="ADAL" clId="{105CD40F-7821-4C18-A6E9-64F225FF86BC}" dt="2026-05-29T17:53:31.305" v="930" actId="1076"/>
          <ac:picMkLst>
            <pc:docMk/>
            <pc:sldMk cId="1931625216" sldId="380"/>
            <ac:picMk id="4" creationId="{1095882C-9F54-1704-C89D-273EBA6A83BC}"/>
          </ac:picMkLst>
        </pc:picChg>
        <pc:picChg chg="del mod">
          <ac:chgData name="Hugo Beltran Sanz" userId="ca183383-65cb-419b-bd55-2967176de71a" providerId="ADAL" clId="{105CD40F-7821-4C18-A6E9-64F225FF86BC}" dt="2026-05-29T17:52:57.367" v="924" actId="478"/>
          <ac:picMkLst>
            <pc:docMk/>
            <pc:sldMk cId="1931625216" sldId="380"/>
            <ac:picMk id="17" creationId="{00000000-0000-0000-0000-000000000000}"/>
          </ac:picMkLst>
        </pc:picChg>
        <pc:picChg chg="del">
          <ac:chgData name="Hugo Beltran Sanz" userId="ca183383-65cb-419b-bd55-2967176de71a" providerId="ADAL" clId="{105CD40F-7821-4C18-A6E9-64F225FF86BC}" dt="2026-05-29T17:52:57.367" v="924" actId="478"/>
          <ac:picMkLst>
            <pc:docMk/>
            <pc:sldMk cId="1931625216" sldId="380"/>
            <ac:picMk id="19" creationId="{00000000-0000-0000-0000-000000000000}"/>
          </ac:picMkLst>
        </pc:picChg>
      </pc:sldChg>
      <pc:sldChg chg="addSp delSp modSp mod">
        <pc:chgData name="Hugo Beltran Sanz" userId="ca183383-65cb-419b-bd55-2967176de71a" providerId="ADAL" clId="{105CD40F-7821-4C18-A6E9-64F225FF86BC}" dt="2026-05-29T17:58:27.263" v="1016" actId="1076"/>
        <pc:sldMkLst>
          <pc:docMk/>
          <pc:sldMk cId="1461196698" sldId="381"/>
        </pc:sldMkLst>
        <pc:spChg chg="add mod">
          <ac:chgData name="Hugo Beltran Sanz" userId="ca183383-65cb-419b-bd55-2967176de71a" providerId="ADAL" clId="{105CD40F-7821-4C18-A6E9-64F225FF86BC}" dt="2026-05-29T17:56:50.916" v="997" actId="1076"/>
          <ac:spMkLst>
            <pc:docMk/>
            <pc:sldMk cId="1461196698" sldId="381"/>
            <ac:spMk id="3" creationId="{37268E81-804D-CA94-10FA-4E29A1697601}"/>
          </ac:spMkLst>
        </pc:spChg>
        <pc:spChg chg="add del mod">
          <ac:chgData name="Hugo Beltran Sanz" userId="ca183383-65cb-419b-bd55-2967176de71a" providerId="ADAL" clId="{105CD40F-7821-4C18-A6E9-64F225FF86BC}" dt="2026-05-29T17:57:03.143" v="998" actId="478"/>
          <ac:spMkLst>
            <pc:docMk/>
            <pc:sldMk cId="1461196698" sldId="381"/>
            <ac:spMk id="4" creationId="{7148534B-948F-71BA-BAF2-69629708F84A}"/>
          </ac:spMkLst>
        </pc:spChg>
        <pc:spChg chg="add mod">
          <ac:chgData name="Hugo Beltran Sanz" userId="ca183383-65cb-419b-bd55-2967176de71a" providerId="ADAL" clId="{105CD40F-7821-4C18-A6E9-64F225FF86BC}" dt="2026-05-29T17:58:15.066" v="1013" actId="1076"/>
          <ac:spMkLst>
            <pc:docMk/>
            <pc:sldMk cId="1461196698" sldId="381"/>
            <ac:spMk id="7" creationId="{2CA2B651-088C-081B-E592-AC4871CE0339}"/>
          </ac:spMkLst>
        </pc:spChg>
        <pc:spChg chg="del">
          <ac:chgData name="Hugo Beltran Sanz" userId="ca183383-65cb-419b-bd55-2967176de71a" providerId="ADAL" clId="{105CD40F-7821-4C18-A6E9-64F225FF86BC}" dt="2026-05-29T17:55:53.030" v="990" actId="478"/>
          <ac:spMkLst>
            <pc:docMk/>
            <pc:sldMk cId="1461196698" sldId="381"/>
            <ac:spMk id="8" creationId="{D9601617-351E-AE1A-1F4D-693F2EA59361}"/>
          </ac:spMkLst>
        </pc:spChg>
        <pc:spChg chg="del">
          <ac:chgData name="Hugo Beltran Sanz" userId="ca183383-65cb-419b-bd55-2967176de71a" providerId="ADAL" clId="{105CD40F-7821-4C18-A6E9-64F225FF86BC}" dt="2026-05-29T17:55:53.030" v="990" actId="478"/>
          <ac:spMkLst>
            <pc:docMk/>
            <pc:sldMk cId="1461196698" sldId="381"/>
            <ac:spMk id="9" creationId="{11F0F5FC-B571-59FC-7890-3105A6A843BB}"/>
          </ac:spMkLst>
        </pc:spChg>
        <pc:spChg chg="del">
          <ac:chgData name="Hugo Beltran Sanz" userId="ca183383-65cb-419b-bd55-2967176de71a" providerId="ADAL" clId="{105CD40F-7821-4C18-A6E9-64F225FF86BC}" dt="2026-05-29T17:55:53.030" v="990" actId="478"/>
          <ac:spMkLst>
            <pc:docMk/>
            <pc:sldMk cId="1461196698" sldId="381"/>
            <ac:spMk id="10" creationId="{3146642F-220B-8F6A-59A8-2D128DDF3BEB}"/>
          </ac:spMkLst>
        </pc:spChg>
        <pc:spChg chg="del">
          <ac:chgData name="Hugo Beltran Sanz" userId="ca183383-65cb-419b-bd55-2967176de71a" providerId="ADAL" clId="{105CD40F-7821-4C18-A6E9-64F225FF86BC}" dt="2026-05-29T17:55:53.030" v="990" actId="478"/>
          <ac:spMkLst>
            <pc:docMk/>
            <pc:sldMk cId="1461196698" sldId="381"/>
            <ac:spMk id="11" creationId="{B811A5F9-C0B5-716C-70FB-9472E1BC2CD3}"/>
          </ac:spMkLst>
        </pc:spChg>
        <pc:spChg chg="del">
          <ac:chgData name="Hugo Beltran Sanz" userId="ca183383-65cb-419b-bd55-2967176de71a" providerId="ADAL" clId="{105CD40F-7821-4C18-A6E9-64F225FF86BC}" dt="2026-05-29T17:55:53.030" v="990" actId="478"/>
          <ac:spMkLst>
            <pc:docMk/>
            <pc:sldMk cId="1461196698" sldId="381"/>
            <ac:spMk id="12" creationId="{D9D5941A-D9F5-22E7-7E85-0D04C2B214EC}"/>
          </ac:spMkLst>
        </pc:spChg>
        <pc:spChg chg="del">
          <ac:chgData name="Hugo Beltran Sanz" userId="ca183383-65cb-419b-bd55-2967176de71a" providerId="ADAL" clId="{105CD40F-7821-4C18-A6E9-64F225FF86BC}" dt="2026-05-29T17:55:53.030" v="990" actId="478"/>
          <ac:spMkLst>
            <pc:docMk/>
            <pc:sldMk cId="1461196698" sldId="381"/>
            <ac:spMk id="13" creationId="{057C499E-829F-FB11-9128-843C937CB822}"/>
          </ac:spMkLst>
        </pc:spChg>
        <pc:spChg chg="del">
          <ac:chgData name="Hugo Beltran Sanz" userId="ca183383-65cb-419b-bd55-2967176de71a" providerId="ADAL" clId="{105CD40F-7821-4C18-A6E9-64F225FF86BC}" dt="2026-05-29T17:55:53.030" v="990" actId="478"/>
          <ac:spMkLst>
            <pc:docMk/>
            <pc:sldMk cId="1461196698" sldId="381"/>
            <ac:spMk id="14" creationId="{6AA857E7-5C39-DCE1-10B5-40300FCF4B26}"/>
          </ac:spMkLst>
        </pc:spChg>
        <pc:spChg chg="del">
          <ac:chgData name="Hugo Beltran Sanz" userId="ca183383-65cb-419b-bd55-2967176de71a" providerId="ADAL" clId="{105CD40F-7821-4C18-A6E9-64F225FF86BC}" dt="2026-05-29T17:55:53.030" v="990" actId="478"/>
          <ac:spMkLst>
            <pc:docMk/>
            <pc:sldMk cId="1461196698" sldId="381"/>
            <ac:spMk id="15" creationId="{54CF28B4-1346-F41D-2CD8-EA104ABBFB98}"/>
          </ac:spMkLst>
        </pc:spChg>
        <pc:spChg chg="del">
          <ac:chgData name="Hugo Beltran Sanz" userId="ca183383-65cb-419b-bd55-2967176de71a" providerId="ADAL" clId="{105CD40F-7821-4C18-A6E9-64F225FF86BC}" dt="2026-05-29T17:55:53.030" v="990" actId="478"/>
          <ac:spMkLst>
            <pc:docMk/>
            <pc:sldMk cId="1461196698" sldId="381"/>
            <ac:spMk id="16" creationId="{4A6C8490-F65B-32C9-44E8-9A1A1A1B1769}"/>
          </ac:spMkLst>
        </pc:spChg>
        <pc:spChg chg="mod">
          <ac:chgData name="Hugo Beltran Sanz" userId="ca183383-65cb-419b-bd55-2967176de71a" providerId="ADAL" clId="{105CD40F-7821-4C18-A6E9-64F225FF86BC}" dt="2026-05-29T17:56:40.366" v="994" actId="1076"/>
          <ac:spMkLst>
            <pc:docMk/>
            <pc:sldMk cId="1461196698" sldId="381"/>
            <ac:spMk id="18" creationId="{989133D6-A9B3-EFEA-2703-51A6BDA0A885}"/>
          </ac:spMkLst>
        </pc:spChg>
        <pc:spChg chg="add mod">
          <ac:chgData name="Hugo Beltran Sanz" userId="ca183383-65cb-419b-bd55-2967176de71a" providerId="ADAL" clId="{105CD40F-7821-4C18-A6E9-64F225FF86BC}" dt="2026-05-29T17:58:09.497" v="1012" actId="1076"/>
          <ac:spMkLst>
            <pc:docMk/>
            <pc:sldMk cId="1461196698" sldId="381"/>
            <ac:spMk id="23" creationId="{83E2219F-4450-384A-B719-D34C4536CB76}"/>
          </ac:spMkLst>
        </pc:spChg>
        <pc:spChg chg="add mod">
          <ac:chgData name="Hugo Beltran Sanz" userId="ca183383-65cb-419b-bd55-2967176de71a" providerId="ADAL" clId="{105CD40F-7821-4C18-A6E9-64F225FF86BC}" dt="2026-05-29T17:58:04.766" v="1011" actId="1076"/>
          <ac:spMkLst>
            <pc:docMk/>
            <pc:sldMk cId="1461196698" sldId="381"/>
            <ac:spMk id="24" creationId="{301F05C7-3A95-37CA-3777-72CF7D7BAC08}"/>
          </ac:spMkLst>
        </pc:spChg>
        <pc:spChg chg="add mod">
          <ac:chgData name="Hugo Beltran Sanz" userId="ca183383-65cb-419b-bd55-2967176de71a" providerId="ADAL" clId="{105CD40F-7821-4C18-A6E9-64F225FF86BC}" dt="2026-05-29T17:58:01.984" v="1010" actId="1076"/>
          <ac:spMkLst>
            <pc:docMk/>
            <pc:sldMk cId="1461196698" sldId="381"/>
            <ac:spMk id="25" creationId="{5ABE001C-C0C2-ADBD-6A84-73B002DEE277}"/>
          </ac:spMkLst>
        </pc:spChg>
        <pc:spChg chg="add mod">
          <ac:chgData name="Hugo Beltran Sanz" userId="ca183383-65cb-419b-bd55-2967176de71a" providerId="ADAL" clId="{105CD40F-7821-4C18-A6E9-64F225FF86BC}" dt="2026-05-29T17:58:18.873" v="1014" actId="1076"/>
          <ac:spMkLst>
            <pc:docMk/>
            <pc:sldMk cId="1461196698" sldId="381"/>
            <ac:spMk id="26" creationId="{B4501A60-8373-3DE6-EFB2-E52E0C07C573}"/>
          </ac:spMkLst>
        </pc:spChg>
        <pc:picChg chg="add mod">
          <ac:chgData name="Hugo Beltran Sanz" userId="ca183383-65cb-419b-bd55-2967176de71a" providerId="ADAL" clId="{105CD40F-7821-4C18-A6E9-64F225FF86BC}" dt="2026-05-29T17:58:27.263" v="1016" actId="1076"/>
          <ac:picMkLst>
            <pc:docMk/>
            <pc:sldMk cId="1461196698" sldId="381"/>
            <ac:picMk id="2" creationId="{FD54086E-0CA6-6484-9BEC-411541641F2B}"/>
          </ac:picMkLst>
        </pc:picChg>
        <pc:picChg chg="mod">
          <ac:chgData name="Hugo Beltran Sanz" userId="ca183383-65cb-419b-bd55-2967176de71a" providerId="ADAL" clId="{105CD40F-7821-4C18-A6E9-64F225FF86BC}" dt="2026-05-29T05:23:13.060" v="3" actId="1076"/>
          <ac:picMkLst>
            <pc:docMk/>
            <pc:sldMk cId="1461196698" sldId="381"/>
            <ac:picMk id="19" creationId="{00000000-0000-0000-0000-000000000000}"/>
          </ac:picMkLst>
        </pc:picChg>
        <pc:picChg chg="del">
          <ac:chgData name="Hugo Beltran Sanz" userId="ca183383-65cb-419b-bd55-2967176de71a" providerId="ADAL" clId="{105CD40F-7821-4C18-A6E9-64F225FF86BC}" dt="2026-05-29T17:55:53.030" v="990" actId="478"/>
          <ac:picMkLst>
            <pc:docMk/>
            <pc:sldMk cId="1461196698" sldId="381"/>
            <ac:picMk id="21" creationId="{00000000-0000-0000-0000-000000000000}"/>
          </ac:picMkLst>
        </pc:picChg>
      </pc:sldChg>
      <pc:sldChg chg="addSp delSp modSp mod">
        <pc:chgData name="Hugo Beltran Sanz" userId="ca183383-65cb-419b-bd55-2967176de71a" providerId="ADAL" clId="{105CD40F-7821-4C18-A6E9-64F225FF86BC}" dt="2026-05-29T17:52:52.289" v="923" actId="1076"/>
        <pc:sldMkLst>
          <pc:docMk/>
          <pc:sldMk cId="2915989261" sldId="388"/>
        </pc:sldMkLst>
        <pc:spChg chg="del">
          <ac:chgData name="Hugo Beltran Sanz" userId="ca183383-65cb-419b-bd55-2967176de71a" providerId="ADAL" clId="{105CD40F-7821-4C18-A6E9-64F225FF86BC}" dt="2026-05-29T17:48:35.093" v="738" actId="478"/>
          <ac:spMkLst>
            <pc:docMk/>
            <pc:sldMk cId="2915989261" sldId="388"/>
            <ac:spMk id="3" creationId="{E54DA3AC-DFE0-BB51-7C71-7CD9087359D0}"/>
          </ac:spMkLst>
        </pc:spChg>
        <pc:spChg chg="add mod">
          <ac:chgData name="Hugo Beltran Sanz" userId="ca183383-65cb-419b-bd55-2967176de71a" providerId="ADAL" clId="{105CD40F-7821-4C18-A6E9-64F225FF86BC}" dt="2026-05-29T17:50:05.271" v="760" actId="1076"/>
          <ac:spMkLst>
            <pc:docMk/>
            <pc:sldMk cId="2915989261" sldId="388"/>
            <ac:spMk id="7" creationId="{98C22146-A747-46E5-3086-D5F57FED9718}"/>
          </ac:spMkLst>
        </pc:spChg>
        <pc:spChg chg="del">
          <ac:chgData name="Hugo Beltran Sanz" userId="ca183383-65cb-419b-bd55-2967176de71a" providerId="ADAL" clId="{105CD40F-7821-4C18-A6E9-64F225FF86BC}" dt="2026-05-29T17:48:35.093" v="738" actId="478"/>
          <ac:spMkLst>
            <pc:docMk/>
            <pc:sldMk cId="2915989261" sldId="388"/>
            <ac:spMk id="8" creationId="{3BC6D2B9-07F5-E2FA-C9AD-029B63B098DA}"/>
          </ac:spMkLst>
        </pc:spChg>
        <pc:spChg chg="add del mod">
          <ac:chgData name="Hugo Beltran Sanz" userId="ca183383-65cb-419b-bd55-2967176de71a" providerId="ADAL" clId="{105CD40F-7821-4C18-A6E9-64F225FF86BC}" dt="2026-05-29T17:50:33.736" v="815" actId="478"/>
          <ac:spMkLst>
            <pc:docMk/>
            <pc:sldMk cId="2915989261" sldId="388"/>
            <ac:spMk id="9" creationId="{D42CCED6-6BA3-50B6-C373-47B7636AA49D}"/>
          </ac:spMkLst>
        </pc:spChg>
        <pc:spChg chg="del">
          <ac:chgData name="Hugo Beltran Sanz" userId="ca183383-65cb-419b-bd55-2967176de71a" providerId="ADAL" clId="{105CD40F-7821-4C18-A6E9-64F225FF86BC}" dt="2026-05-29T17:48:35.093" v="738" actId="478"/>
          <ac:spMkLst>
            <pc:docMk/>
            <pc:sldMk cId="2915989261" sldId="388"/>
            <ac:spMk id="10" creationId="{82011495-88D4-8787-6CB7-704897D84CF9}"/>
          </ac:spMkLst>
        </pc:spChg>
        <pc:spChg chg="del">
          <ac:chgData name="Hugo Beltran Sanz" userId="ca183383-65cb-419b-bd55-2967176de71a" providerId="ADAL" clId="{105CD40F-7821-4C18-A6E9-64F225FF86BC}" dt="2026-05-29T17:48:35.093" v="738" actId="478"/>
          <ac:spMkLst>
            <pc:docMk/>
            <pc:sldMk cId="2915989261" sldId="388"/>
            <ac:spMk id="12" creationId="{3BD35A6E-6540-9761-4128-0E43122290D4}"/>
          </ac:spMkLst>
        </pc:spChg>
        <pc:spChg chg="del">
          <ac:chgData name="Hugo Beltran Sanz" userId="ca183383-65cb-419b-bd55-2967176de71a" providerId="ADAL" clId="{105CD40F-7821-4C18-A6E9-64F225FF86BC}" dt="2026-05-29T17:48:35.093" v="738" actId="478"/>
          <ac:spMkLst>
            <pc:docMk/>
            <pc:sldMk cId="2915989261" sldId="388"/>
            <ac:spMk id="13" creationId="{03798D61-1E16-8473-BDCE-1D97F95EF7BE}"/>
          </ac:spMkLst>
        </pc:spChg>
        <pc:spChg chg="add mod">
          <ac:chgData name="Hugo Beltran Sanz" userId="ca183383-65cb-419b-bd55-2967176de71a" providerId="ADAL" clId="{105CD40F-7821-4C18-A6E9-64F225FF86BC}" dt="2026-05-29T17:52:42.997" v="921" actId="1076"/>
          <ac:spMkLst>
            <pc:docMk/>
            <pc:sldMk cId="2915989261" sldId="388"/>
            <ac:spMk id="15" creationId="{8216028D-0D90-E10F-5AB0-8FAB29975742}"/>
          </ac:spMkLst>
        </pc:spChg>
        <pc:spChg chg="del">
          <ac:chgData name="Hugo Beltran Sanz" userId="ca183383-65cb-419b-bd55-2967176de71a" providerId="ADAL" clId="{105CD40F-7821-4C18-A6E9-64F225FF86BC}" dt="2026-05-29T17:48:35.093" v="738" actId="478"/>
          <ac:spMkLst>
            <pc:docMk/>
            <pc:sldMk cId="2915989261" sldId="388"/>
            <ac:spMk id="16" creationId="{B49B3613-E785-3FCB-DA8D-2B43EB104C5D}"/>
          </ac:spMkLst>
        </pc:spChg>
        <pc:spChg chg="add mod">
          <ac:chgData name="Hugo Beltran Sanz" userId="ca183383-65cb-419b-bd55-2967176de71a" providerId="ADAL" clId="{105CD40F-7821-4C18-A6E9-64F225FF86BC}" dt="2026-05-29T17:49:34.976" v="753" actId="1076"/>
          <ac:spMkLst>
            <pc:docMk/>
            <pc:sldMk cId="2915989261" sldId="388"/>
            <ac:spMk id="19" creationId="{8B68E831-922A-82D6-3456-96494651A7BF}"/>
          </ac:spMkLst>
        </pc:spChg>
        <pc:spChg chg="add del mod">
          <ac:chgData name="Hugo Beltran Sanz" userId="ca183383-65cb-419b-bd55-2967176de71a" providerId="ADAL" clId="{105CD40F-7821-4C18-A6E9-64F225FF86BC}" dt="2026-05-29T17:51:10.468" v="865" actId="478"/>
          <ac:spMkLst>
            <pc:docMk/>
            <pc:sldMk cId="2915989261" sldId="388"/>
            <ac:spMk id="20" creationId="{7B40B467-0BC9-D718-615B-53494E4F90B5}"/>
          </ac:spMkLst>
        </pc:spChg>
        <pc:spChg chg="add del mod">
          <ac:chgData name="Hugo Beltran Sanz" userId="ca183383-65cb-419b-bd55-2967176de71a" providerId="ADAL" clId="{105CD40F-7821-4C18-A6E9-64F225FF86BC}" dt="2026-05-29T17:51:55.148" v="906" actId="478"/>
          <ac:spMkLst>
            <pc:docMk/>
            <pc:sldMk cId="2915989261" sldId="388"/>
            <ac:spMk id="21" creationId="{8EBA4BD0-EA57-2456-DE1A-1D03D13682CA}"/>
          </ac:spMkLst>
        </pc:spChg>
        <pc:spChg chg="add mod">
          <ac:chgData name="Hugo Beltran Sanz" userId="ca183383-65cb-419b-bd55-2967176de71a" providerId="ADAL" clId="{105CD40F-7821-4C18-A6E9-64F225FF86BC}" dt="2026-05-29T17:52:52.289" v="923" actId="1076"/>
          <ac:spMkLst>
            <pc:docMk/>
            <pc:sldMk cId="2915989261" sldId="388"/>
            <ac:spMk id="22" creationId="{5AEE8728-8A38-E5B4-C73E-803657290DB7}"/>
          </ac:spMkLst>
        </pc:spChg>
        <pc:spChg chg="add mod">
          <ac:chgData name="Hugo Beltran Sanz" userId="ca183383-65cb-419b-bd55-2967176de71a" providerId="ADAL" clId="{105CD40F-7821-4C18-A6E9-64F225FF86BC}" dt="2026-05-29T17:52:45.536" v="922" actId="1076"/>
          <ac:spMkLst>
            <pc:docMk/>
            <pc:sldMk cId="2915989261" sldId="388"/>
            <ac:spMk id="23" creationId="{805BC41E-10F5-4C20-D533-6091F72DA5DF}"/>
          </ac:spMkLst>
        </pc:spChg>
        <pc:spChg chg="add mod">
          <ac:chgData name="Hugo Beltran Sanz" userId="ca183383-65cb-419b-bd55-2967176de71a" providerId="ADAL" clId="{105CD40F-7821-4C18-A6E9-64F225FF86BC}" dt="2026-05-29T17:52:01.656" v="908" actId="1076"/>
          <ac:spMkLst>
            <pc:docMk/>
            <pc:sldMk cId="2915989261" sldId="388"/>
            <ac:spMk id="24" creationId="{4AFA6EE6-3655-0420-A4D1-1FBEA1B9B9CB}"/>
          </ac:spMkLst>
        </pc:spChg>
        <pc:spChg chg="add mod">
          <ac:chgData name="Hugo Beltran Sanz" userId="ca183383-65cb-419b-bd55-2967176de71a" providerId="ADAL" clId="{105CD40F-7821-4C18-A6E9-64F225FF86BC}" dt="2026-05-29T17:52:30.823" v="919" actId="20577"/>
          <ac:spMkLst>
            <pc:docMk/>
            <pc:sldMk cId="2915989261" sldId="388"/>
            <ac:spMk id="25" creationId="{B1A07FF1-433C-060D-46A3-D8DDBFA2DA25}"/>
          </ac:spMkLst>
        </pc:spChg>
        <pc:picChg chg="add mod">
          <ac:chgData name="Hugo Beltran Sanz" userId="ca183383-65cb-419b-bd55-2967176de71a" providerId="ADAL" clId="{105CD40F-7821-4C18-A6E9-64F225FF86BC}" dt="2026-05-29T17:49:49.008" v="758" actId="14100"/>
          <ac:picMkLst>
            <pc:docMk/>
            <pc:sldMk cId="2915989261" sldId="388"/>
            <ac:picMk id="2" creationId="{740730B8-52CF-FC3C-BB06-5A07B5269170}"/>
          </ac:picMkLst>
        </pc:picChg>
        <pc:picChg chg="add mod">
          <ac:chgData name="Hugo Beltran Sanz" userId="ca183383-65cb-419b-bd55-2967176de71a" providerId="ADAL" clId="{105CD40F-7821-4C18-A6E9-64F225FF86BC}" dt="2026-05-29T17:49:54.708" v="759" actId="14100"/>
          <ac:picMkLst>
            <pc:docMk/>
            <pc:sldMk cId="2915989261" sldId="388"/>
            <ac:picMk id="4" creationId="{1D384BDF-7203-21CD-F683-8A7A77DD540F}"/>
          </ac:picMkLst>
        </pc:picChg>
        <pc:picChg chg="del">
          <ac:chgData name="Hugo Beltran Sanz" userId="ca183383-65cb-419b-bd55-2967176de71a" providerId="ADAL" clId="{105CD40F-7821-4C18-A6E9-64F225FF86BC}" dt="2026-05-29T17:48:35.093" v="738" actId="478"/>
          <ac:picMkLst>
            <pc:docMk/>
            <pc:sldMk cId="2915989261" sldId="388"/>
            <ac:picMk id="17" creationId="{00000000-0000-0000-0000-000000000000}"/>
          </ac:picMkLst>
        </pc:picChg>
        <pc:picChg chg="del">
          <ac:chgData name="Hugo Beltran Sanz" userId="ca183383-65cb-419b-bd55-2967176de71a" providerId="ADAL" clId="{105CD40F-7821-4C18-A6E9-64F225FF86BC}" dt="2026-05-29T17:48:35.093" v="738" actId="478"/>
          <ac:picMkLst>
            <pc:docMk/>
            <pc:sldMk cId="2915989261" sldId="388"/>
            <ac:picMk id="18" creationId="{00000000-0000-0000-0000-000000000000}"/>
          </ac:picMkLst>
        </pc:picChg>
      </pc:sldChg>
      <pc:sldChg chg="addSp delSp modSp new mod">
        <pc:chgData name="Hugo Beltran Sanz" userId="ca183383-65cb-419b-bd55-2967176de71a" providerId="ADAL" clId="{105CD40F-7821-4C18-A6E9-64F225FF86BC}" dt="2026-05-29T18:00:47.837" v="1087" actId="1076"/>
        <pc:sldMkLst>
          <pc:docMk/>
          <pc:sldMk cId="3148348645" sldId="389"/>
        </pc:sldMkLst>
        <pc:spChg chg="del">
          <ac:chgData name="Hugo Beltran Sanz" userId="ca183383-65cb-419b-bd55-2967176de71a" providerId="ADAL" clId="{105CD40F-7821-4C18-A6E9-64F225FF86BC}" dt="2026-05-29T17:58:56.918" v="1019" actId="478"/>
          <ac:spMkLst>
            <pc:docMk/>
            <pc:sldMk cId="3148348645" sldId="389"/>
            <ac:spMk id="2" creationId="{B28D9D7D-84B3-D2FA-92AA-799FE0A0D32A}"/>
          </ac:spMkLst>
        </pc:spChg>
        <pc:spChg chg="del">
          <ac:chgData name="Hugo Beltran Sanz" userId="ca183383-65cb-419b-bd55-2967176de71a" providerId="ADAL" clId="{105CD40F-7821-4C18-A6E9-64F225FF86BC}" dt="2026-05-29T17:58:55.597" v="1018" actId="478"/>
          <ac:spMkLst>
            <pc:docMk/>
            <pc:sldMk cId="3148348645" sldId="389"/>
            <ac:spMk id="3" creationId="{0E114CB7-6C75-6687-693E-4CA81FD44AF4}"/>
          </ac:spMkLst>
        </pc:spChg>
        <pc:spChg chg="add mod">
          <ac:chgData name="Hugo Beltran Sanz" userId="ca183383-65cb-419b-bd55-2967176de71a" providerId="ADAL" clId="{105CD40F-7821-4C18-A6E9-64F225FF86BC}" dt="2026-05-29T17:59:36.887" v="1026" actId="1076"/>
          <ac:spMkLst>
            <pc:docMk/>
            <pc:sldMk cId="3148348645" sldId="389"/>
            <ac:spMk id="10" creationId="{CFF36EF0-2037-046E-605B-9F92C2718A87}"/>
          </ac:spMkLst>
        </pc:spChg>
        <pc:spChg chg="add mod">
          <ac:chgData name="Hugo Beltran Sanz" userId="ca183383-65cb-419b-bd55-2967176de71a" providerId="ADAL" clId="{105CD40F-7821-4C18-A6E9-64F225FF86BC}" dt="2026-05-29T17:59:36.887" v="1026" actId="1076"/>
          <ac:spMkLst>
            <pc:docMk/>
            <pc:sldMk cId="3148348645" sldId="389"/>
            <ac:spMk id="13" creationId="{9F6A0938-F174-1797-05A9-EBE6D8772786}"/>
          </ac:spMkLst>
        </pc:spChg>
        <pc:spChg chg="add mod">
          <ac:chgData name="Hugo Beltran Sanz" userId="ca183383-65cb-419b-bd55-2967176de71a" providerId="ADAL" clId="{105CD40F-7821-4C18-A6E9-64F225FF86BC}" dt="2026-05-29T17:59:36.887" v="1026" actId="1076"/>
          <ac:spMkLst>
            <pc:docMk/>
            <pc:sldMk cId="3148348645" sldId="389"/>
            <ac:spMk id="18" creationId="{2B30BEF5-AF96-7936-516E-72A821F0B5AB}"/>
          </ac:spMkLst>
        </pc:spChg>
        <pc:spChg chg="add mod">
          <ac:chgData name="Hugo Beltran Sanz" userId="ca183383-65cb-419b-bd55-2967176de71a" providerId="ADAL" clId="{105CD40F-7821-4C18-A6E9-64F225FF86BC}" dt="2026-05-29T17:59:36.887" v="1026" actId="1076"/>
          <ac:spMkLst>
            <pc:docMk/>
            <pc:sldMk cId="3148348645" sldId="389"/>
            <ac:spMk id="19" creationId="{E9AB67FA-28E5-45A5-F838-EFEAC7D61461}"/>
          </ac:spMkLst>
        </pc:spChg>
        <pc:spChg chg="add mod">
          <ac:chgData name="Hugo Beltran Sanz" userId="ca183383-65cb-419b-bd55-2967176de71a" providerId="ADAL" clId="{105CD40F-7821-4C18-A6E9-64F225FF86BC}" dt="2026-05-29T17:59:36.887" v="1026" actId="1076"/>
          <ac:spMkLst>
            <pc:docMk/>
            <pc:sldMk cId="3148348645" sldId="389"/>
            <ac:spMk id="21" creationId="{A77FE090-592F-CE9A-79EF-4AE80D96084D}"/>
          </ac:spMkLst>
        </pc:spChg>
        <pc:spChg chg="add mod">
          <ac:chgData name="Hugo Beltran Sanz" userId="ca183383-65cb-419b-bd55-2967176de71a" providerId="ADAL" clId="{105CD40F-7821-4C18-A6E9-64F225FF86BC}" dt="2026-05-29T17:59:36.887" v="1026" actId="1076"/>
          <ac:spMkLst>
            <pc:docMk/>
            <pc:sldMk cId="3148348645" sldId="389"/>
            <ac:spMk id="23" creationId="{42E5509E-D2FD-FA2B-63BA-BF19130C6006}"/>
          </ac:spMkLst>
        </pc:spChg>
        <pc:spChg chg="add mod">
          <ac:chgData name="Hugo Beltran Sanz" userId="ca183383-65cb-419b-bd55-2967176de71a" providerId="ADAL" clId="{105CD40F-7821-4C18-A6E9-64F225FF86BC}" dt="2026-05-29T17:59:36.887" v="1026" actId="1076"/>
          <ac:spMkLst>
            <pc:docMk/>
            <pc:sldMk cId="3148348645" sldId="389"/>
            <ac:spMk id="27" creationId="{E688F773-1ED8-3C46-653E-8068B71ACD0B}"/>
          </ac:spMkLst>
        </pc:spChg>
        <pc:spChg chg="add mod">
          <ac:chgData name="Hugo Beltran Sanz" userId="ca183383-65cb-419b-bd55-2967176de71a" providerId="ADAL" clId="{105CD40F-7821-4C18-A6E9-64F225FF86BC}" dt="2026-05-29T17:59:36.887" v="1026" actId="1076"/>
          <ac:spMkLst>
            <pc:docMk/>
            <pc:sldMk cId="3148348645" sldId="389"/>
            <ac:spMk id="31" creationId="{764E21AB-4701-0E8B-5104-E945A169BBFA}"/>
          </ac:spMkLst>
        </pc:spChg>
        <pc:spChg chg="add mod">
          <ac:chgData name="Hugo Beltran Sanz" userId="ca183383-65cb-419b-bd55-2967176de71a" providerId="ADAL" clId="{105CD40F-7821-4C18-A6E9-64F225FF86BC}" dt="2026-05-29T17:59:36.887" v="1026" actId="1076"/>
          <ac:spMkLst>
            <pc:docMk/>
            <pc:sldMk cId="3148348645" sldId="389"/>
            <ac:spMk id="33" creationId="{ACA6221B-D05E-99D3-C663-92C82FE78E59}"/>
          </ac:spMkLst>
        </pc:spChg>
        <pc:spChg chg="add mod">
          <ac:chgData name="Hugo Beltran Sanz" userId="ca183383-65cb-419b-bd55-2967176de71a" providerId="ADAL" clId="{105CD40F-7821-4C18-A6E9-64F225FF86BC}" dt="2026-05-29T17:59:36.887" v="1026" actId="1076"/>
          <ac:spMkLst>
            <pc:docMk/>
            <pc:sldMk cId="3148348645" sldId="389"/>
            <ac:spMk id="34" creationId="{0AFE0080-38DE-3A30-F4C2-61FE093CD6F4}"/>
          </ac:spMkLst>
        </pc:spChg>
        <pc:spChg chg="add mod">
          <ac:chgData name="Hugo Beltran Sanz" userId="ca183383-65cb-419b-bd55-2967176de71a" providerId="ADAL" clId="{105CD40F-7821-4C18-A6E9-64F225FF86BC}" dt="2026-05-29T17:59:26.955" v="1025"/>
          <ac:spMkLst>
            <pc:docMk/>
            <pc:sldMk cId="3148348645" sldId="389"/>
            <ac:spMk id="35" creationId="{9D23A907-45A7-8896-6B0B-87DD58B473AE}"/>
          </ac:spMkLst>
        </pc:spChg>
        <pc:spChg chg="add mod">
          <ac:chgData name="Hugo Beltran Sanz" userId="ca183383-65cb-419b-bd55-2967176de71a" providerId="ADAL" clId="{105CD40F-7821-4C18-A6E9-64F225FF86BC}" dt="2026-05-29T18:00:12.091" v="1038" actId="1076"/>
          <ac:spMkLst>
            <pc:docMk/>
            <pc:sldMk cId="3148348645" sldId="389"/>
            <ac:spMk id="36" creationId="{E50DD5ED-2350-B50B-704C-BE11C9BFE9AE}"/>
          </ac:spMkLst>
        </pc:spChg>
        <pc:spChg chg="add mod">
          <ac:chgData name="Hugo Beltran Sanz" userId="ca183383-65cb-419b-bd55-2967176de71a" providerId="ADAL" clId="{105CD40F-7821-4C18-A6E9-64F225FF86BC}" dt="2026-05-29T18:00:47.837" v="1087" actId="1076"/>
          <ac:spMkLst>
            <pc:docMk/>
            <pc:sldMk cId="3148348645" sldId="389"/>
            <ac:spMk id="37" creationId="{0B30DD6A-181D-8C1F-D11F-70713EF9747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CA2C-DC1C-94AC-4B44-E792E810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DDFC22-9D5D-07E4-D6DC-4D9F86CC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FDA27A-7867-5B97-DBC7-5AFE21A3C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521375-3405-AFF1-9827-86123C005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4884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7"/>
          <p:cNvSpPr/>
          <p:nvPr userDrawn="1"/>
        </p:nvSpPr>
        <p:spPr>
          <a:xfrm>
            <a:off x="608171" y="381001"/>
            <a:ext cx="45731" cy="6834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ítulo 8"/>
          <p:cNvSpPr>
            <a:spLocks noGrp="1"/>
          </p:cNvSpPr>
          <p:nvPr>
            <p:ph type="title" hasCustomPrompt="1"/>
          </p:nvPr>
        </p:nvSpPr>
        <p:spPr>
          <a:xfrm>
            <a:off x="736652" y="381000"/>
            <a:ext cx="7778317" cy="313782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Open Sans Extrabold" panose="020B09060308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TITULO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8171" y="1295401"/>
            <a:ext cx="11051877" cy="4958137"/>
          </a:xfrm>
        </p:spPr>
        <p:txBody>
          <a:bodyPr>
            <a:normAutofit/>
          </a:bodyPr>
          <a:lstStyle>
            <a:lvl1pPr>
              <a:defRPr sz="2400" baseline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s-ES" dirty="0"/>
              <a:t>Texto del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11" hasCustomPrompt="1"/>
          </p:nvPr>
        </p:nvSpPr>
        <p:spPr>
          <a:xfrm>
            <a:off x="736652" y="730647"/>
            <a:ext cx="7778317" cy="381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del artículo con una explicación corta a modo resumen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87407"/>
            <a:ext cx="1980287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768" y="6387407"/>
            <a:ext cx="6402465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LAB 3.0. CIRCUITS &amp; COMPACT MODELS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1389" y="6388096"/>
            <a:ext cx="760611" cy="303019"/>
          </a:xfrm>
          <a:prstGeom prst="rect">
            <a:avLst/>
          </a:prstGeom>
          <a:solidFill>
            <a:schemeClr val="bg2"/>
          </a:solidFill>
        </p:spPr>
        <p:txBody>
          <a:bodyPr vert="horz" lIns="117208" tIns="58604" rIns="117208" bIns="58604" rtlCol="0" anchor="ctr"/>
          <a:lstStyle>
            <a:lvl1pPr algn="r">
              <a:defRPr sz="1200">
                <a:solidFill>
                  <a:srgbClr val="FF6309"/>
                </a:solidFill>
              </a:defRPr>
            </a:lvl1pPr>
          </a:lstStyle>
          <a:p>
            <a:fld id="{C2F52289-4012-4053-9770-FE82CEB951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4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92137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latin typeface="Lucida Sans"/>
                <a:cs typeface="Lucida Sans"/>
              </a:rPr>
              <a:t>Lab Book 3.0 Circuits and Compact </a:t>
            </a:r>
            <a:r>
              <a:rPr lang="es-ES" sz="3200" b="1" dirty="0" err="1">
                <a:latin typeface="Lucida Sans"/>
                <a:cs typeface="Lucida Sans"/>
              </a:rPr>
              <a:t>Models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>
                <a:latin typeface="Arial"/>
                <a:cs typeface="Arial"/>
              </a:rPr>
              <a:t>Student: Hugo Beltrán Sanz, B1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https://github.com/cccanvas-upv/cifoin-lab3.git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CIRCUITS_&amp;_</a:t>
            </a:r>
            <a:r>
              <a:rPr lang="en-US" kern="0" dirty="0" err="1">
                <a:solidFill>
                  <a:sysClr val="windowText" lastClr="000000"/>
                </a:solidFill>
              </a:rPr>
              <a:t>COMPACT_MODELS.ipynb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Devices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8077200" y="5582965"/>
            <a:ext cx="2176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Ring Resonators (RR)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039582" y="5579058"/>
            <a:ext cx="4176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Mach-Zehnder Interferometer (MZI)</a:t>
            </a:r>
            <a:endParaRPr lang="en-US" dirty="0"/>
          </a:p>
        </p:txBody>
      </p:sp>
      <p:pic>
        <p:nvPicPr>
          <p:cNvPr id="6" name="Imagen 5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91C2AB39-AF40-7700-840D-38F2C1813C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8" y="3996612"/>
            <a:ext cx="5240632" cy="1246789"/>
          </a:xfrm>
          <a:prstGeom prst="rect">
            <a:avLst/>
          </a:prstGeom>
        </p:spPr>
      </p:pic>
      <p:pic>
        <p:nvPicPr>
          <p:cNvPr id="14" name="Imagen 13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43CD26B4-EB7C-61CA-1BCF-B2AD5F6ED0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44"/>
          <a:stretch>
            <a:fillRect/>
          </a:stretch>
        </p:blipFill>
        <p:spPr>
          <a:xfrm>
            <a:off x="6624590" y="3638327"/>
            <a:ext cx="2402774" cy="1900395"/>
          </a:xfrm>
          <a:prstGeom prst="rect">
            <a:avLst/>
          </a:prstGeom>
        </p:spPr>
      </p:pic>
      <p:pic>
        <p:nvPicPr>
          <p:cNvPr id="15" name="Imagen 14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B296E22E-7EA4-0FD2-7B98-F6CB5BB97A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58" r="786"/>
          <a:stretch>
            <a:fillRect/>
          </a:stretch>
        </p:blipFill>
        <p:spPr>
          <a:xfrm>
            <a:off x="9354819" y="3650394"/>
            <a:ext cx="2402774" cy="190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</a:pPr>
            <a:r>
              <a:rPr sz="2800" dirty="0">
                <a:solidFill>
                  <a:srgbClr val="0F1923"/>
                </a:solidFill>
                <a:latin typeface="Aptos"/>
              </a:rPr>
              <a:t>Learning outcome #1a - Perfectly balanced MZI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lang="es-ES" spc="-5" dirty="0"/>
          </a:p>
        </p:txBody>
      </p:sp>
      <p:pic>
        <p:nvPicPr>
          <p:cNvPr id="7" name="Image 1" descr="/mnt/data/orig_pptx_unzip/ppt/media/image8.png">
            <a:extLst>
              <a:ext uri="{FF2B5EF4-FFF2-40B4-BE49-F238E27FC236}">
                <a16:creationId xmlns:a16="http://schemas.microsoft.com/office/drawing/2014/main" id="{D5FA9047-C119-6446-E639-7FF7FC05D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06" y="2149399"/>
            <a:ext cx="5264788" cy="306324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16EF474F-5A16-B998-0882-465E417802F2}"/>
              </a:ext>
            </a:extLst>
          </p:cNvPr>
          <p:cNvSpPr/>
          <p:nvPr/>
        </p:nvSpPr>
        <p:spPr>
          <a:xfrm>
            <a:off x="6413352" y="1517904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Physical interpretation</a:t>
            </a:r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FE1E7B5-6EDC-646B-F504-0E27D7662106}"/>
              </a:ext>
            </a:extLst>
          </p:cNvPr>
          <p:cNvSpPr/>
          <p:nvPr/>
        </p:nvSpPr>
        <p:spPr>
          <a:xfrm>
            <a:off x="6413352" y="1837944"/>
            <a:ext cx="4754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ΔL = 0, both arms accumulate the same propagation phase. The differential phase is not swept by wavelength, so the circuit behaves as a fixed splitter/recombiner rather than as a periodic filter.</a:t>
            </a:r>
            <a:endParaRPr lang="en-US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3F625A8-AE5D-42D8-0305-5D046C4C870C}"/>
              </a:ext>
            </a:extLst>
          </p:cNvPr>
          <p:cNvSpPr/>
          <p:nvPr/>
        </p:nvSpPr>
        <p:spPr>
          <a:xfrm>
            <a:off x="6408306" y="413109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Numerical check</a:t>
            </a:r>
            <a:endParaRPr lang="en-US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CE4EB9C-3891-521E-4600-BD6879FF669C}"/>
              </a:ext>
            </a:extLst>
          </p:cNvPr>
          <p:cNvSpPr/>
          <p:nvPr/>
        </p:nvSpPr>
        <p:spPr>
          <a:xfrm>
            <a:off x="6408306" y="4451131"/>
            <a:ext cx="47091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simulation gives P(out0) ≈ 0 and P(out1) ≈ 1 over the full band. The absence of oscillations confirms that the coupler convention and the phase reference are internally consistent.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2B08FA-77F3-A75A-CA7F-310929B7E373}"/>
                  </a:ext>
                </a:extLst>
              </p:cNvPr>
              <p:cNvSpPr txBox="1"/>
              <p:nvPr/>
            </p:nvSpPr>
            <p:spPr>
              <a:xfrm>
                <a:off x="7156397" y="3338096"/>
                <a:ext cx="308590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eff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2B08FA-77F3-A75A-CA7F-310929B7E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397" y="3338096"/>
                <a:ext cx="3085909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5EA17-A19F-F6ED-E241-A2268CBA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D79563BA-3258-C655-D121-E2E23B61F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</a:pPr>
            <a:r>
              <a:rPr sz="2800" dirty="0">
                <a:solidFill>
                  <a:srgbClr val="0F1923"/>
                </a:solidFill>
                <a:latin typeface="Aptos"/>
              </a:rPr>
              <a:t>Learning outcome #1b - Unbalanced MZI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8B251FE-4B29-D52F-1DB1-9E5BBD8CFF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3FA43D9-CFE1-F872-DD44-E04BB1B18D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710B9A-16F8-7A75-9BC8-FE3189874FB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n-US" spc="-5"/>
              <a:t>LAB 3.0. CIRCUITS &amp; COMPACT MODELS</a:t>
            </a:r>
            <a:endParaRPr lang="es-ES" spc="-5" dirty="0"/>
          </a:p>
        </p:txBody>
      </p:sp>
      <p:pic>
        <p:nvPicPr>
          <p:cNvPr id="7" name="Image 1" descr="/mnt/data/orig_pptx_unzip/ppt/media/image9.png">
            <a:extLst>
              <a:ext uri="{FF2B5EF4-FFF2-40B4-BE49-F238E27FC236}">
                <a16:creationId xmlns:a16="http://schemas.microsoft.com/office/drawing/2014/main" id="{281D359E-559E-A16F-E8AA-8F1250655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58" y="1355758"/>
            <a:ext cx="5394960" cy="3138979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12D31A97-1263-D4AF-B61D-10C58319B2C8}"/>
              </a:ext>
            </a:extLst>
          </p:cNvPr>
          <p:cNvSpPr/>
          <p:nvPr/>
        </p:nvSpPr>
        <p:spPr>
          <a:xfrm>
            <a:off x="6629400" y="144852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Key equation</a:t>
            </a:r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7E6FE0F-6027-FF67-9331-C2C196052746}"/>
              </a:ext>
            </a:extLst>
          </p:cNvPr>
          <p:cNvSpPr/>
          <p:nvPr/>
        </p:nvSpPr>
        <p:spPr>
          <a:xfrm>
            <a:off x="6613756" y="2607685"/>
            <a:ext cx="42062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λ0 = 1.55 µm, ng = 1.939990 and ΔL = 100 µm:</a:t>
            </a:r>
            <a:endParaRPr lang="en-US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0E643D4-262D-035A-B72E-10659A6B96AE}"/>
              </a:ext>
            </a:extLst>
          </p:cNvPr>
          <p:cNvSpPr/>
          <p:nvPr/>
        </p:nvSpPr>
        <p:spPr>
          <a:xfrm>
            <a:off x="7819836" y="3292278"/>
            <a:ext cx="27432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</a:rPr>
              <a:t>FSRth = 12.384 nm</a:t>
            </a:r>
            <a:endParaRPr lang="en-US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0F30683-DA54-7FC1-17A4-7D11F181F3A4}"/>
              </a:ext>
            </a:extLst>
          </p:cNvPr>
          <p:cNvSpPr/>
          <p:nvPr/>
        </p:nvSpPr>
        <p:spPr>
          <a:xfrm>
            <a:off x="7819836" y="3685801"/>
            <a:ext cx="27432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</a:rPr>
              <a:t>FSRsim = 12.402 nm</a:t>
            </a:r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00D1DA6-EB01-1B0E-B714-6C9FFAF8834C}"/>
              </a:ext>
            </a:extLst>
          </p:cNvPr>
          <p:cNvSpPr/>
          <p:nvPr/>
        </p:nvSpPr>
        <p:spPr>
          <a:xfrm>
            <a:off x="6629400" y="4083257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relative error is about 0.15%, which is consistent with wavelength-grid discretization and numerical notch detection.</a:t>
            </a:r>
            <a:endParaRPr lang="en-US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D1DC246-86A2-15CE-F49E-A698C295F021}"/>
              </a:ext>
            </a:extLst>
          </p:cNvPr>
          <p:cNvSpPr/>
          <p:nvPr/>
        </p:nvSpPr>
        <p:spPr>
          <a:xfrm>
            <a:off x="1295400" y="460613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Physical result</a:t>
            </a:r>
            <a:endParaRPr lang="en-US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B98E457-CA06-29AF-5312-13CA82B900BC}"/>
              </a:ext>
            </a:extLst>
          </p:cNvPr>
          <p:cNvSpPr/>
          <p:nvPr/>
        </p:nvSpPr>
        <p:spPr>
          <a:xfrm>
            <a:off x="1295400" y="4907882"/>
            <a:ext cx="4572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outputs are complementary because the same phase condition that is constructive at one port is destructive at the other. In the ideal lossless case, Pout0 + Pout1 = 1.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914741-D735-0082-C23C-5D8AA7F2CAFD}"/>
                  </a:ext>
                </a:extLst>
              </p:cNvPr>
              <p:cNvSpPr txBox="1"/>
              <p:nvPr/>
            </p:nvSpPr>
            <p:spPr>
              <a:xfrm>
                <a:off x="8153400" y="1754135"/>
                <a:ext cx="1682384" cy="638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FSR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≊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914741-D735-0082-C23C-5D8AA7F2C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1754135"/>
                <a:ext cx="1682384" cy="638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518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582D9ED-A2CE-6C08-D473-4C1FC636E8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3" name="object 16">
            <a:extLst>
              <a:ext uri="{FF2B5EF4-FFF2-40B4-BE49-F238E27FC236}">
                <a16:creationId xmlns:a16="http://schemas.microsoft.com/office/drawing/2014/main" id="{98DA9316-CFD5-58C0-735F-237403D53172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1025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l">
              <a:spcBef>
                <a:spcPts val="100"/>
              </a:spcBef>
              <a:spcAft>
                <a:spcPts val="300"/>
              </a:spcAft>
            </a:pPr>
            <a:r>
              <a:rPr sz="2700">
                <a:solidFill>
                  <a:srgbClr val="0F1923"/>
                </a:solidFill>
                <a:latin typeface="Aptos"/>
              </a:rPr>
              <a:t>Learning outcome #2 - MZI design for FSR = 10 nm</a:t>
            </a:r>
          </a:p>
        </p:txBody>
      </p:sp>
      <p:pic>
        <p:nvPicPr>
          <p:cNvPr id="2" name="Image 1" descr="/mnt/data/orig_pptx_unzip/ppt/media/image10.png">
            <a:extLst>
              <a:ext uri="{FF2B5EF4-FFF2-40B4-BE49-F238E27FC236}">
                <a16:creationId xmlns:a16="http://schemas.microsoft.com/office/drawing/2014/main" id="{85EE84EB-ABFD-D0FC-C6AB-38994DC6F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10" y="1108276"/>
            <a:ext cx="5394960" cy="3138979"/>
          </a:xfrm>
          <a:prstGeom prst="rect">
            <a:avLst/>
          </a:prstGeom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0E2BA1C0-83F0-8560-AE29-9DC4DA2C9859}"/>
              </a:ext>
            </a:extLst>
          </p:cNvPr>
          <p:cNvSpPr/>
          <p:nvPr/>
        </p:nvSpPr>
        <p:spPr>
          <a:xfrm>
            <a:off x="6553200" y="1416517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Design equation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099692A-D389-B165-52E1-3AE31396AC86}"/>
              </a:ext>
            </a:extLst>
          </p:cNvPr>
          <p:cNvSpPr/>
          <p:nvPr/>
        </p:nvSpPr>
        <p:spPr>
          <a:xfrm>
            <a:off x="6541593" y="2640242"/>
            <a:ext cx="4912988" cy="788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λ0 = 1.55 µm, ng = 1.939990 and </a:t>
            </a:r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FSR = 0.010 µm:</a:t>
            </a:r>
            <a:endParaRPr lang="en-US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F3CD6A2A-2503-31C1-EB92-AA82C877D86B}"/>
              </a:ext>
            </a:extLst>
          </p:cNvPr>
          <p:cNvSpPr/>
          <p:nvPr/>
        </p:nvSpPr>
        <p:spPr>
          <a:xfrm>
            <a:off x="7961613" y="3351231"/>
            <a:ext cx="28346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</a:rPr>
              <a:t>ΔL = 123.841 µm</a:t>
            </a:r>
            <a:endParaRPr lang="en-US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9D16ECC4-42A3-E78F-B75A-B0825D67A8FB}"/>
              </a:ext>
            </a:extLst>
          </p:cNvPr>
          <p:cNvSpPr/>
          <p:nvPr/>
        </p:nvSpPr>
        <p:spPr>
          <a:xfrm>
            <a:off x="1066800" y="4463615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Simulation check</a:t>
            </a:r>
            <a:endParaRPr lang="en-US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379282D-E441-36ED-343F-8F0BEB5D1E1D}"/>
              </a:ext>
            </a:extLst>
          </p:cNvPr>
          <p:cNvSpPr/>
          <p:nvPr/>
        </p:nvSpPr>
        <p:spPr>
          <a:xfrm>
            <a:off x="1066800" y="4774511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simulated FSR is 9.973 nm. The residual error is 0.27%, dominated by finite wavelength sampling rather than by the compact model itself.</a:t>
            </a:r>
            <a:endParaRPr lang="en-US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F50D8937-28D9-CFB9-4B5E-33D1214EFDDA}"/>
              </a:ext>
            </a:extLst>
          </p:cNvPr>
          <p:cNvSpPr/>
          <p:nvPr/>
        </p:nvSpPr>
        <p:spPr>
          <a:xfrm>
            <a:off x="6096000" y="4739344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physically consistent: increasing ΔL from 100 µm to 123.841 µm reduces the FSR from ≈12.4 nm to ≈10 nm.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4452A86-B3AC-D68E-3D7E-3CD5EBCB0E3B}"/>
                  </a:ext>
                </a:extLst>
              </p:cNvPr>
              <p:cNvSpPr txBox="1"/>
              <p:nvPr/>
            </p:nvSpPr>
            <p:spPr>
              <a:xfrm>
                <a:off x="7964187" y="1805118"/>
                <a:ext cx="1414746" cy="638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FSR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4452A86-B3AC-D68E-3D7E-3CD5EBCB0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187" y="1805118"/>
                <a:ext cx="1414746" cy="6385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65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636B-7BF0-5143-57E9-673FF1B3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9F9CCB-631D-A124-3694-9DBF91E01CA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76083-7F21-5E97-9AC1-DEEB9C8B23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A4FE9E0-92EE-4367-CEE1-FB072709D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3" name="object 16">
            <a:extLst>
              <a:ext uri="{FF2B5EF4-FFF2-40B4-BE49-F238E27FC236}">
                <a16:creationId xmlns:a16="http://schemas.microsoft.com/office/drawing/2014/main" id="{1E286371-F443-FD5C-BF57-FB23A8D7F4F7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l">
              <a:spcBef>
                <a:spcPts val="100"/>
              </a:spcBef>
              <a:spcAft>
                <a:spcPts val="300"/>
              </a:spcAft>
            </a:pPr>
            <a:r>
              <a:rPr sz="2700">
                <a:solidFill>
                  <a:srgbClr val="0F1923"/>
                </a:solidFill>
                <a:latin typeface="Aptos"/>
              </a:rPr>
              <a:t>Learning outcome #3 - Delay imbalance with loss</a:t>
            </a:r>
          </a:p>
        </p:txBody>
      </p:sp>
      <p:pic>
        <p:nvPicPr>
          <p:cNvPr id="3" name="Image 1" descr="/mnt/data/notebook_images/cell23_1.png">
            <a:extLst>
              <a:ext uri="{FF2B5EF4-FFF2-40B4-BE49-F238E27FC236}">
                <a16:creationId xmlns:a16="http://schemas.microsoft.com/office/drawing/2014/main" id="{916FA791-BDE5-10BF-A5FD-2EC547AE8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91" y="1179557"/>
            <a:ext cx="3018525" cy="2667114"/>
          </a:xfrm>
          <a:prstGeom prst="rect">
            <a:avLst/>
          </a:prstGeom>
        </p:spPr>
      </p:pic>
      <p:pic>
        <p:nvPicPr>
          <p:cNvPr id="8" name="Image 2" descr="/mnt/data/notebook_images/cell23_2.png">
            <a:extLst>
              <a:ext uri="{FF2B5EF4-FFF2-40B4-BE49-F238E27FC236}">
                <a16:creationId xmlns:a16="http://schemas.microsoft.com/office/drawing/2014/main" id="{0C243F8D-BC5A-4D05-0020-1ED26D3E3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643" y="1179557"/>
            <a:ext cx="3018525" cy="2667114"/>
          </a:xfrm>
          <a:prstGeom prst="rect">
            <a:avLst/>
          </a:prstGeom>
        </p:spPr>
      </p:pic>
      <p:pic>
        <p:nvPicPr>
          <p:cNvPr id="9" name="Image 3" descr="/mnt/data/notebook_images/cell23_3.png">
            <a:extLst>
              <a:ext uri="{FF2B5EF4-FFF2-40B4-BE49-F238E27FC236}">
                <a16:creationId xmlns:a16="http://schemas.microsoft.com/office/drawing/2014/main" id="{537FC786-3D1D-5D4C-2B93-8167243CF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377" y="1179557"/>
            <a:ext cx="3018525" cy="2667114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D8BF9BBC-E250-5584-E673-F3D204BF6DDA}"/>
              </a:ext>
            </a:extLst>
          </p:cNvPr>
          <p:cNvSpPr/>
          <p:nvPr/>
        </p:nvSpPr>
        <p:spPr>
          <a:xfrm>
            <a:off x="788045" y="4049325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Interpretation</a:t>
            </a:r>
            <a:endParaRPr lang="en-US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33DABD4-DABA-A2B9-761E-A27D5374922F}"/>
              </a:ext>
            </a:extLst>
          </p:cNvPr>
          <p:cNvSpPr/>
          <p:nvPr/>
        </p:nvSpPr>
        <p:spPr>
          <a:xfrm>
            <a:off x="788045" y="4351077"/>
            <a:ext cx="5394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Destructive interference requires phase opposition and comparable amplitudes. With unequal loss, Emin = |A1 − A2| cannot vanish, so visibility and extinction ratio collapse.</a:t>
            </a:r>
            <a:endParaRPr lang="en-US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834A7AA9-3F2B-1421-3F6D-4BF1368A4330}"/>
              </a:ext>
            </a:extLst>
          </p:cNvPr>
          <p:cNvSpPr/>
          <p:nvPr/>
        </p:nvSpPr>
        <p:spPr>
          <a:xfrm>
            <a:off x="6579699" y="4049325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Results</a:t>
            </a:r>
            <a:endParaRPr lang="en-US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CACDB0AB-A13C-2473-D582-775F6211AAE7}"/>
              </a:ext>
            </a:extLst>
          </p:cNvPr>
          <p:cNvSpPr/>
          <p:nvPr/>
        </p:nvSpPr>
        <p:spPr>
          <a:xfrm>
            <a:off x="6579699" y="4351077"/>
            <a:ext cx="48920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1: ER = 1.32 dB, V = 0.151. Case 2: ER = 0.44 dB, V = 0.051. Loss matching gives Kin = 0.994258 and restores deep cancellation, confirming that the limitation is amplitude imbalance.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62C9AD-548F-CA25-B9AC-8FE29A53832D}"/>
                  </a:ext>
                </a:extLst>
              </p:cNvPr>
              <p:cNvSpPr txBox="1"/>
              <p:nvPr/>
            </p:nvSpPr>
            <p:spPr>
              <a:xfrm>
                <a:off x="2732412" y="5486400"/>
                <a:ext cx="1578188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func>
                                <m:func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e>
                              </m:func>
                            </m:sub>
                          </m:sSub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func>
                                <m:func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func>
                            </m:sub>
                          </m:sSub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62C9AD-548F-CA25-B9AC-8FE29A538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412" y="5486400"/>
                <a:ext cx="1578188" cy="5653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710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3C716FC-7070-6DA5-E116-195D4CD9BD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0" name="object 16">
            <a:extLst>
              <a:ext uri="{FF2B5EF4-FFF2-40B4-BE49-F238E27FC236}">
                <a16:creationId xmlns:a16="http://schemas.microsoft.com/office/drawing/2014/main" id="{C319E249-48A9-70AD-7ACE-23CF9ABF6137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l">
              <a:spcBef>
                <a:spcPts val="100"/>
              </a:spcBef>
              <a:spcAft>
                <a:spcPts val="300"/>
              </a:spcAft>
            </a:pPr>
            <a:r>
              <a:rPr sz="2700">
                <a:solidFill>
                  <a:srgbClr val="0F1923"/>
                </a:solidFill>
                <a:latin typeface="Aptos"/>
              </a:rPr>
              <a:t>Learning outcome #4 - SiN all-pass ring resonator</a:t>
            </a:r>
          </a:p>
        </p:txBody>
      </p:sp>
      <p:pic>
        <p:nvPicPr>
          <p:cNvPr id="2" name="Image 1" descr="/mnt/data/orig_pptx_unzip/ppt/media/image12.png">
            <a:extLst>
              <a:ext uri="{FF2B5EF4-FFF2-40B4-BE49-F238E27FC236}">
                <a16:creationId xmlns:a16="http://schemas.microsoft.com/office/drawing/2014/main" id="{9419E03E-173D-A82A-A8C1-E537D8B9E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67655"/>
            <a:ext cx="4648200" cy="2749240"/>
          </a:xfrm>
          <a:prstGeom prst="rect">
            <a:avLst/>
          </a:prstGeom>
        </p:spPr>
      </p:pic>
      <p:pic>
        <p:nvPicPr>
          <p:cNvPr id="4" name="Image 2" descr="/mnt/data/orig_pptx_unzip/ppt/media/image13.png">
            <a:extLst>
              <a:ext uri="{FF2B5EF4-FFF2-40B4-BE49-F238E27FC236}">
                <a16:creationId xmlns:a16="http://schemas.microsoft.com/office/drawing/2014/main" id="{86737033-10BC-E74D-D040-12A7FF39C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167655"/>
            <a:ext cx="4724400" cy="2750701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4CDDEDB3-9E4C-0A07-345B-A0941B2F76F8}"/>
              </a:ext>
            </a:extLst>
          </p:cNvPr>
          <p:cNvSpPr/>
          <p:nvPr/>
        </p:nvSpPr>
        <p:spPr>
          <a:xfrm>
            <a:off x="1295400" y="4098517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Model and result</a:t>
            </a:r>
            <a:endParaRPr lang="en-US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BDA033CA-F955-CF45-1AE3-2243082B22CD}"/>
              </a:ext>
            </a:extLst>
          </p:cNvPr>
          <p:cNvSpPr/>
          <p:nvPr/>
        </p:nvSpPr>
        <p:spPr>
          <a:xfrm>
            <a:off x="4407992" y="4610696"/>
            <a:ext cx="6409575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= 75 µm, K = 0.025, α = 4 dB/cm. Theory: FSR = 16.512 nm. Simulation: FSR = 16.579 nm. Through-port ER = 4.86 dB.</a:t>
            </a:r>
            <a:endParaRPr lang="en-US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CEE240EE-15DB-62E9-071A-D14F77058DD9}"/>
              </a:ext>
            </a:extLst>
          </p:cNvPr>
          <p:cNvSpPr/>
          <p:nvPr/>
        </p:nvSpPr>
        <p:spPr>
          <a:xfrm>
            <a:off x="4407992" y="5384507"/>
            <a:ext cx="619844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linear and logarithmic plots show the same resonance locations; the logarithmic view reveals notch depth.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625AE1-8B3B-530D-1DAF-8700D7FEF69D}"/>
                  </a:ext>
                </a:extLst>
              </p:cNvPr>
              <p:cNvSpPr txBox="1"/>
              <p:nvPr/>
            </p:nvSpPr>
            <p:spPr>
              <a:xfrm>
                <a:off x="1869043" y="4559934"/>
                <a:ext cx="174631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eff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625AE1-8B3B-530D-1DAF-8700D7FEF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043" y="4559934"/>
                <a:ext cx="1746311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4ECE93-0FA9-431F-A9E8-780C9A7CC874}"/>
                  </a:ext>
                </a:extLst>
              </p:cNvPr>
              <p:cNvSpPr txBox="1"/>
              <p:nvPr/>
            </p:nvSpPr>
            <p:spPr>
              <a:xfrm>
                <a:off x="2053804" y="5342969"/>
                <a:ext cx="1376787" cy="638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FSR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≊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4ECE93-0FA9-431F-A9E8-780C9A7CC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804" y="5342969"/>
                <a:ext cx="1376787" cy="6385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18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A2DF-810F-7BDA-CFF3-0CFEE760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15C280-A84A-95DA-94D2-FE062C8ED6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19F9EF-02D5-71FC-C2BC-F8EC5B2672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64B3EEA8-5B6A-F628-0B9C-42450CEE9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4" name="object 16">
            <a:extLst>
              <a:ext uri="{FF2B5EF4-FFF2-40B4-BE49-F238E27FC236}">
                <a16:creationId xmlns:a16="http://schemas.microsoft.com/office/drawing/2014/main" id="{4E9E05B5-9445-DD50-60E9-03B04ED264D4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l">
              <a:spcBef>
                <a:spcPts val="100"/>
              </a:spcBef>
              <a:spcAft>
                <a:spcPts val="300"/>
              </a:spcAft>
            </a:pPr>
            <a:r>
              <a:rPr sz="2600">
                <a:solidFill>
                  <a:srgbClr val="0F1923"/>
                </a:solidFill>
                <a:latin typeface="Aptos"/>
              </a:rPr>
              <a:t>Learning outcome #5 - Ring FSR design and critical coupling</a:t>
            </a:r>
          </a:p>
        </p:txBody>
      </p:sp>
      <p:pic>
        <p:nvPicPr>
          <p:cNvPr id="2" name="Image 1" descr="/mnt/data/orig_pptx_unzip/ppt/media/image14.png">
            <a:extLst>
              <a:ext uri="{FF2B5EF4-FFF2-40B4-BE49-F238E27FC236}">
                <a16:creationId xmlns:a16="http://schemas.microsoft.com/office/drawing/2014/main" id="{740730B8-52CF-FC3C-BB06-5A07B5269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20" y="1224737"/>
            <a:ext cx="4391828" cy="2751985"/>
          </a:xfrm>
          <a:prstGeom prst="rect">
            <a:avLst/>
          </a:prstGeom>
        </p:spPr>
      </p:pic>
      <p:pic>
        <p:nvPicPr>
          <p:cNvPr id="4" name="Image 2" descr="/mnt/data/orig_pptx_unzip/ppt/media/image15.png">
            <a:extLst>
              <a:ext uri="{FF2B5EF4-FFF2-40B4-BE49-F238E27FC236}">
                <a16:creationId xmlns:a16="http://schemas.microsoft.com/office/drawing/2014/main" id="{1D384BDF-7203-21CD-F683-8A7A77DD5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246024"/>
            <a:ext cx="4427220" cy="2731809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98C22146-A747-46E5-3086-D5F57FED9718}"/>
              </a:ext>
            </a:extLst>
          </p:cNvPr>
          <p:cNvSpPr/>
          <p:nvPr/>
        </p:nvSpPr>
        <p:spPr>
          <a:xfrm>
            <a:off x="1349901" y="4111550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Design</a:t>
            </a:r>
            <a:endParaRPr lang="en-US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216028D-0D90-E10F-5AB0-8FAB29975742}"/>
              </a:ext>
            </a:extLst>
          </p:cNvPr>
          <p:cNvSpPr/>
          <p:nvPr/>
        </p:nvSpPr>
        <p:spPr>
          <a:xfrm>
            <a:off x="1345864" y="5095034"/>
            <a:ext cx="4114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= 82.561 µm gives a simulated FSR of 14.96 nm, close to the target value.</a:t>
            </a:r>
            <a:endParaRPr lang="en-US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8B68E831-922A-82D6-3456-96494651A7BF}"/>
              </a:ext>
            </a:extLst>
          </p:cNvPr>
          <p:cNvSpPr/>
          <p:nvPr/>
        </p:nvSpPr>
        <p:spPr>
          <a:xfrm>
            <a:off x="6629400" y="418927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Critical coupling</a:t>
            </a:r>
            <a:endParaRPr lang="en-US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5AEE8728-8A38-E5B4-C73E-803657290DB7}"/>
              </a:ext>
            </a:extLst>
          </p:cNvPr>
          <p:cNvSpPr/>
          <p:nvPr/>
        </p:nvSpPr>
        <p:spPr>
          <a:xfrm>
            <a:off x="6553200" y="5102825"/>
            <a:ext cx="4685947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α = 4 dB/cm, Kcrit = 0.00758. The deepest sampled notch reaches ER = 28.32 dB near this value.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5BC41E-10F5-4C20-D533-6091F72DA5DF}"/>
                  </a:ext>
                </a:extLst>
              </p:cNvPr>
              <p:cNvSpPr txBox="1"/>
              <p:nvPr/>
            </p:nvSpPr>
            <p:spPr>
              <a:xfrm>
                <a:off x="2714870" y="4361729"/>
                <a:ext cx="1376787" cy="638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FSR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5BC41E-10F5-4C20-D533-6091F72DA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870" y="4361729"/>
                <a:ext cx="1376787" cy="638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FA6EE6-3655-0420-A4D1-1FBEA1B9B9CB}"/>
                  </a:ext>
                </a:extLst>
              </p:cNvPr>
              <p:cNvSpPr txBox="1"/>
              <p:nvPr/>
            </p:nvSpPr>
            <p:spPr>
              <a:xfrm>
                <a:off x="7162800" y="4626980"/>
                <a:ext cx="1510734" cy="2929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FA6EE6-3655-0420-A4D1-1FBEA1B9B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626980"/>
                <a:ext cx="1510734" cy="292965"/>
              </a:xfrm>
              <a:prstGeom prst="rect">
                <a:avLst/>
              </a:prstGeom>
              <a:blipFill>
                <a:blip r:embed="rId6"/>
                <a:stretch>
                  <a:fillRect l="-3226" r="-80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A07FF1-433C-060D-46A3-D8DDBFA2DA25}"/>
                  </a:ext>
                </a:extLst>
              </p:cNvPr>
              <p:cNvSpPr txBox="1"/>
              <p:nvPr/>
            </p:nvSpPr>
            <p:spPr>
              <a:xfrm>
                <a:off x="9448800" y="4519811"/>
                <a:ext cx="1236942" cy="4035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A07FF1-433C-060D-46A3-D8DDBFA2D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00" y="4519811"/>
                <a:ext cx="1236942" cy="4035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989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B245A9E-6C9A-F3A8-E4B7-6615801264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8266F13B-05F1-81DE-B638-66D10EEB9FA2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l">
              <a:spcBef>
                <a:spcPts val="100"/>
              </a:spcBef>
              <a:spcAft>
                <a:spcPts val="300"/>
              </a:spcAft>
            </a:pPr>
            <a:r>
              <a:rPr sz="2700">
                <a:solidFill>
                  <a:srgbClr val="0F1923"/>
                </a:solidFill>
                <a:latin typeface="Aptos"/>
              </a:rPr>
              <a:t>Learning outcome #6a - Coupling sweep</a:t>
            </a:r>
          </a:p>
        </p:txBody>
      </p:sp>
      <p:pic>
        <p:nvPicPr>
          <p:cNvPr id="4" name="Image 1" descr="/mnt/data/notebook_images/cell47_1.png">
            <a:extLst>
              <a:ext uri="{FF2B5EF4-FFF2-40B4-BE49-F238E27FC236}">
                <a16:creationId xmlns:a16="http://schemas.microsoft.com/office/drawing/2014/main" id="{1095882C-9F54-1704-C89D-273EBA6A8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812184" cy="4251960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00958935-CCB7-6F51-9A15-0B23328C5200}"/>
              </a:ext>
            </a:extLst>
          </p:cNvPr>
          <p:cNvSpPr/>
          <p:nvPr/>
        </p:nvSpPr>
        <p:spPr>
          <a:xfrm>
            <a:off x="6465418" y="1278225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Reference condition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6">
                <a:extLst>
                  <a:ext uri="{FF2B5EF4-FFF2-40B4-BE49-F238E27FC236}">
                    <a16:creationId xmlns:a16="http://schemas.microsoft.com/office/drawing/2014/main" id="{CCF3863E-F87B-2105-72B0-2B1267512409}"/>
                  </a:ext>
                </a:extLst>
              </p:cNvPr>
              <p:cNvSpPr/>
              <p:nvPr/>
            </p:nvSpPr>
            <p:spPr>
              <a:xfrm>
                <a:off x="7463058" y="1792911"/>
                <a:ext cx="2743200" cy="231545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ES" b="1" i="0" smtClean="0">
                          <a:latin typeface="Cambria Math" panose="02040503050406030204" pitchFamily="18" charset="0"/>
                        </a:rPr>
                        <m:t>0.00758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 6">
                <a:extLst>
                  <a:ext uri="{FF2B5EF4-FFF2-40B4-BE49-F238E27FC236}">
                    <a16:creationId xmlns:a16="http://schemas.microsoft.com/office/drawing/2014/main" id="{CCF3863E-F87B-2105-72B0-2B12675124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58" y="1792911"/>
                <a:ext cx="2743200" cy="231545"/>
              </a:xfrm>
              <a:prstGeom prst="rect">
                <a:avLst/>
              </a:prstGeom>
              <a:blipFill>
                <a:blip r:embed="rId4"/>
                <a:stretch>
                  <a:fillRect t="-5263" b="-4736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7">
            <a:extLst>
              <a:ext uri="{FF2B5EF4-FFF2-40B4-BE49-F238E27FC236}">
                <a16:creationId xmlns:a16="http://schemas.microsoft.com/office/drawing/2014/main" id="{EB5EB822-8433-EB4F-DACA-BCB9BFAEBC3B}"/>
              </a:ext>
            </a:extLst>
          </p:cNvPr>
          <p:cNvSpPr/>
          <p:nvPr/>
        </p:nvSpPr>
        <p:spPr>
          <a:xfrm>
            <a:off x="6548658" y="2286460"/>
            <a:ext cx="43891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sweep uses K = 0.1…0.9, so every case is strongly overcoupled. Increasing K moves the ring farther away from the critical-coupling condition.</a:t>
            </a:r>
            <a:endParaRPr lang="en-US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627CBE2-0379-1670-5EC7-5F4231B39B39}"/>
              </a:ext>
            </a:extLst>
          </p:cNvPr>
          <p:cNvSpPr/>
          <p:nvPr/>
        </p:nvSpPr>
        <p:spPr>
          <a:xfrm>
            <a:off x="6530340" y="3571038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Observed trend</a:t>
            </a:r>
            <a:endParaRPr lang="en-US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C6CACC1-1445-4404-2049-488988E116DC}"/>
              </a:ext>
            </a:extLst>
          </p:cNvPr>
          <p:cNvSpPr/>
          <p:nvPr/>
        </p:nvSpPr>
        <p:spPr>
          <a:xfrm>
            <a:off x="6525798" y="4013233"/>
            <a:ext cx="44348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decreases from 1.26 dB at K = 0.1 to 0.05 dB at K = 0.9. More coupling does not mean a deeper notch; the optimum is the balance between external coupling and intrinsic round-trip loss.</a:t>
            </a:r>
            <a:endParaRPr lang="en-US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A77E8B6-69BD-4466-FEBF-192469481E18}"/>
              </a:ext>
            </a:extLst>
          </p:cNvPr>
          <p:cNvSpPr/>
          <p:nvPr/>
        </p:nvSpPr>
        <p:spPr>
          <a:xfrm>
            <a:off x="7576828" y="5702922"/>
            <a:ext cx="292608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</a:rPr>
              <a:t>Overcoupled:  K &gt; Kcrit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25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16D15CB1-2EB9-A3F2-8611-C524CCD1C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8" name="object 16">
            <a:extLst>
              <a:ext uri="{FF2B5EF4-FFF2-40B4-BE49-F238E27FC236}">
                <a16:creationId xmlns:a16="http://schemas.microsoft.com/office/drawing/2014/main" id="{989133D6-A9B3-EFEA-2703-51A6BDA0A885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l">
              <a:spcBef>
                <a:spcPts val="100"/>
              </a:spcBef>
              <a:spcAft>
                <a:spcPts val="300"/>
              </a:spcAft>
            </a:pPr>
            <a:r>
              <a:rPr sz="2700" dirty="0">
                <a:solidFill>
                  <a:srgbClr val="0F1923"/>
                </a:solidFill>
                <a:latin typeface="Aptos"/>
              </a:rPr>
              <a:t>Learning outcome #6b - Loss sweep</a:t>
            </a:r>
            <a:endParaRPr lang="en-US" sz="2500" kern="0" dirty="0"/>
          </a:p>
        </p:txBody>
      </p:sp>
      <p:pic>
        <p:nvPicPr>
          <p:cNvPr id="2" name="Image 1" descr="/mnt/data/notebook_images/cell50_1.png">
            <a:extLst>
              <a:ext uri="{FF2B5EF4-FFF2-40B4-BE49-F238E27FC236}">
                <a16:creationId xmlns:a16="http://schemas.microsoft.com/office/drawing/2014/main" id="{FD54086E-0CA6-6484-9BEC-411541641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94460"/>
            <a:ext cx="5073092" cy="4482494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37268E81-804D-CA94-10FA-4E29A1697601}"/>
              </a:ext>
            </a:extLst>
          </p:cNvPr>
          <p:cNvSpPr/>
          <p:nvPr/>
        </p:nvSpPr>
        <p:spPr>
          <a:xfrm>
            <a:off x="6557772" y="139446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Mechanism</a:t>
            </a:r>
            <a:endParaRPr lang="en-US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CA2B651-088C-081B-E592-AC4871CE0339}"/>
              </a:ext>
            </a:extLst>
          </p:cNvPr>
          <p:cNvSpPr/>
          <p:nvPr/>
        </p:nvSpPr>
        <p:spPr>
          <a:xfrm>
            <a:off x="6530648" y="2500884"/>
            <a:ext cx="44348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 fixed at 0.01, increasing α raises Kcrit. The device evolves from overcoupled to near-critical and then undercoupled.</a:t>
            </a:r>
            <a:endParaRPr lang="en-US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83E2219F-4450-384A-B719-D34C4536CB76}"/>
              </a:ext>
            </a:extLst>
          </p:cNvPr>
          <p:cNvSpPr/>
          <p:nvPr/>
        </p:nvSpPr>
        <p:spPr>
          <a:xfrm>
            <a:off x="6517648" y="3561898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Observed trend</a:t>
            </a:r>
            <a:endParaRPr lang="en-US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301F05C7-3A95-37CA-3777-72CF7D7BAC08}"/>
              </a:ext>
            </a:extLst>
          </p:cNvPr>
          <p:cNvSpPr/>
          <p:nvPr/>
        </p:nvSpPr>
        <p:spPr>
          <a:xfrm>
            <a:off x="6542375" y="3870686"/>
            <a:ext cx="4434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deepest sampled notch appears at α = 5 dB/cm, with ER = 27.78 dB. This is the point where Kcrit is closest to the fixed coupling coefficient.</a:t>
            </a:r>
            <a:endParaRPr lang="en-US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5ABE001C-C0C2-ADBD-6A84-73B002DEE277}"/>
              </a:ext>
            </a:extLst>
          </p:cNvPr>
          <p:cNvSpPr/>
          <p:nvPr/>
        </p:nvSpPr>
        <p:spPr>
          <a:xfrm>
            <a:off x="6547175" y="5164828"/>
            <a:ext cx="4069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that point, intrinsic loss dominates and the extinction ratio decreases again.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4501A60-8373-3DE6-EFB2-E52E0C07C573}"/>
                  </a:ext>
                </a:extLst>
              </p:cNvPr>
              <p:cNvSpPr txBox="1"/>
              <p:nvPr/>
            </p:nvSpPr>
            <p:spPr>
              <a:xfrm>
                <a:off x="7924800" y="1789033"/>
                <a:ext cx="2018309" cy="4203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4501A60-8373-3DE6-EFB2-E52E0C07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1789033"/>
                <a:ext cx="2018309" cy="4203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19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724A3D-3C96-4BF3-6432-2142381A81C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lang="es-E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968F8-0093-CF30-DE9F-A6FF6FFEEC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11</a:t>
            </a:fld>
            <a:endParaRPr lang="en-GB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32A5200-FF12-B166-89A4-548D788F2026}"/>
              </a:ext>
            </a:extLst>
          </p:cNvPr>
          <p:cNvSpPr/>
          <p:nvPr/>
        </p:nvSpPr>
        <p:spPr>
          <a:xfrm>
            <a:off x="129540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</a:rPr>
              <a:t>Case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675C265A-9D10-AEDF-3A24-8387033F54BD}"/>
              </a:ext>
            </a:extLst>
          </p:cNvPr>
          <p:cNvSpPr/>
          <p:nvPr/>
        </p:nvSpPr>
        <p:spPr>
          <a:xfrm>
            <a:off x="3581400" y="1371600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</a:rPr>
              <a:t>Prediction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34654AE-BE5E-A805-BAFF-0F21E6F6FE0F}"/>
              </a:ext>
            </a:extLst>
          </p:cNvPr>
          <p:cNvSpPr/>
          <p:nvPr/>
        </p:nvSpPr>
        <p:spPr>
          <a:xfrm>
            <a:off x="6598920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</a:rPr>
              <a:t>Simulation</a:t>
            </a:r>
            <a:endParaRPr lang="en-US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4BFF0347-B779-B01F-58A8-27F97E26D9A8}"/>
              </a:ext>
            </a:extLst>
          </p:cNvPr>
          <p:cNvSpPr/>
          <p:nvPr/>
        </p:nvSpPr>
        <p:spPr>
          <a:xfrm>
            <a:off x="9433560" y="1371600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</a:rPr>
              <a:t>Assessment</a:t>
            </a:r>
            <a:endParaRPr lang="en-US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FF36EF0-2037-046E-605B-9F92C2718A87}"/>
              </a:ext>
            </a:extLst>
          </p:cNvPr>
          <p:cNvSpPr/>
          <p:nvPr/>
        </p:nvSpPr>
        <p:spPr>
          <a:xfrm>
            <a:off x="1295400" y="178308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</a:rPr>
              <a:t>Balanced MZI</a:t>
            </a:r>
            <a:endParaRPr lang="en-US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20AC140-C2C3-F6E8-99A5-7C1121D73BC6}"/>
              </a:ext>
            </a:extLst>
          </p:cNvPr>
          <p:cNvSpPr/>
          <p:nvPr/>
        </p:nvSpPr>
        <p:spPr>
          <a:xfrm>
            <a:off x="3581400" y="1783080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No differential phase sweep</a:t>
            </a:r>
            <a:endParaRPr lang="en-US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56D21FB-27E2-D7A0-851A-92EE84C174A4}"/>
              </a:ext>
            </a:extLst>
          </p:cNvPr>
          <p:cNvSpPr/>
          <p:nvPr/>
        </p:nvSpPr>
        <p:spPr>
          <a:xfrm>
            <a:off x="6598920" y="1783080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Pout0≈0, Pout1≈1</a:t>
            </a:r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F6A0938-F174-1797-05A9-EBE6D8772786}"/>
              </a:ext>
            </a:extLst>
          </p:cNvPr>
          <p:cNvSpPr/>
          <p:nvPr/>
        </p:nvSpPr>
        <p:spPr>
          <a:xfrm>
            <a:off x="9433560" y="1783080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E7D32"/>
                </a:solidFill>
              </a:rPr>
              <a:t>Consistent</a:t>
            </a:r>
            <a:endParaRPr lang="en-US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9F0558F-BAAC-5A32-358E-AE08F722A1C6}"/>
              </a:ext>
            </a:extLst>
          </p:cNvPr>
          <p:cNvSpPr/>
          <p:nvPr/>
        </p:nvSpPr>
        <p:spPr>
          <a:xfrm>
            <a:off x="1295400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</a:rPr>
              <a:t>Unbalanced MZI</a:t>
            </a:r>
            <a:endParaRPr lang="en-US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62FF87B5-402A-AC43-D584-05F2E2BEAE28}"/>
              </a:ext>
            </a:extLst>
          </p:cNvPr>
          <p:cNvSpPr/>
          <p:nvPr/>
        </p:nvSpPr>
        <p:spPr>
          <a:xfrm>
            <a:off x="3581400" y="2240280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FSR ≈ 12.384 nm</a:t>
            </a:r>
            <a:endParaRPr lang="en-US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848E96A1-B0E8-ED38-6DC9-EAC0A9CCF597}"/>
              </a:ext>
            </a:extLst>
          </p:cNvPr>
          <p:cNvSpPr/>
          <p:nvPr/>
        </p:nvSpPr>
        <p:spPr>
          <a:xfrm>
            <a:off x="6598920" y="2240280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FSR ≈ 12.402 nm</a:t>
            </a:r>
            <a:endParaRPr lang="en-US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04B53990-630C-A2F3-82F1-00B8F62924E9}"/>
              </a:ext>
            </a:extLst>
          </p:cNvPr>
          <p:cNvSpPr/>
          <p:nvPr/>
        </p:nvSpPr>
        <p:spPr>
          <a:xfrm>
            <a:off x="9433560" y="2240280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E7D32"/>
                </a:solidFill>
              </a:rPr>
              <a:t>0.15% error</a:t>
            </a:r>
            <a:endParaRPr lang="en-US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2B30BEF5-AF96-7936-516E-72A821F0B5AB}"/>
              </a:ext>
            </a:extLst>
          </p:cNvPr>
          <p:cNvSpPr/>
          <p:nvPr/>
        </p:nvSpPr>
        <p:spPr>
          <a:xfrm>
            <a:off x="129540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</a:rPr>
              <a:t>MZI design</a:t>
            </a:r>
            <a:endParaRPr lang="en-US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E9AB67FA-28E5-45A5-F838-EFEAC7D61461}"/>
              </a:ext>
            </a:extLst>
          </p:cNvPr>
          <p:cNvSpPr/>
          <p:nvPr/>
        </p:nvSpPr>
        <p:spPr>
          <a:xfrm>
            <a:off x="3581400" y="2697480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FSR = 10 nm</a:t>
            </a:r>
            <a:endParaRPr lang="en-US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F688AE8-CEFA-1421-AA15-149060A3D9A8}"/>
              </a:ext>
            </a:extLst>
          </p:cNvPr>
          <p:cNvSpPr/>
          <p:nvPr/>
        </p:nvSpPr>
        <p:spPr>
          <a:xfrm>
            <a:off x="6598920" y="2697480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FSR ≈ 9.973 nm</a:t>
            </a:r>
            <a:endParaRPr lang="en-US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A77FE090-592F-CE9A-79EF-4AE80D96084D}"/>
              </a:ext>
            </a:extLst>
          </p:cNvPr>
          <p:cNvSpPr/>
          <p:nvPr/>
        </p:nvSpPr>
        <p:spPr>
          <a:xfrm>
            <a:off x="9433560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E7D32"/>
                </a:solidFill>
              </a:rPr>
              <a:t>0.27% error</a:t>
            </a:r>
            <a:endParaRPr lang="en-US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F54876E5-FD4B-169C-BF96-478B7C97742C}"/>
              </a:ext>
            </a:extLst>
          </p:cNvPr>
          <p:cNvSpPr/>
          <p:nvPr/>
        </p:nvSpPr>
        <p:spPr>
          <a:xfrm>
            <a:off x="1295400" y="315468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</a:rPr>
              <a:t>Lossy MZI</a:t>
            </a:r>
            <a:endParaRPr lang="en-US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42E5509E-D2FD-FA2B-63BA-BF19130C6006}"/>
              </a:ext>
            </a:extLst>
          </p:cNvPr>
          <p:cNvSpPr/>
          <p:nvPr/>
        </p:nvSpPr>
        <p:spPr>
          <a:xfrm>
            <a:off x="3581400" y="3154680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Visibility collapses with imbalance</a:t>
            </a:r>
            <a:endParaRPr lang="en-US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F47A931F-0AEB-6BEF-FCA2-F59A7BDF42CB}"/>
              </a:ext>
            </a:extLst>
          </p:cNvPr>
          <p:cNvSpPr/>
          <p:nvPr/>
        </p:nvSpPr>
        <p:spPr>
          <a:xfrm>
            <a:off x="6598920" y="3154680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V = 0.151 / 0.051</a:t>
            </a:r>
            <a:endParaRPr lang="en-US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5C81832A-D68B-4325-9EA5-3BADDE3637B7}"/>
              </a:ext>
            </a:extLst>
          </p:cNvPr>
          <p:cNvSpPr/>
          <p:nvPr/>
        </p:nvSpPr>
        <p:spPr>
          <a:xfrm>
            <a:off x="9433560" y="3154680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E7D32"/>
                </a:solidFill>
              </a:rPr>
              <a:t>Consistent</a:t>
            </a:r>
            <a:endParaRPr lang="en-US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86F80C7F-A0ED-6B2D-3220-9743891AEF91}"/>
              </a:ext>
            </a:extLst>
          </p:cNvPr>
          <p:cNvSpPr/>
          <p:nvPr/>
        </p:nvSpPr>
        <p:spPr>
          <a:xfrm>
            <a:off x="1295400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</a:rPr>
              <a:t>Ring RR</a:t>
            </a:r>
            <a:endParaRPr lang="en-US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E688F773-1ED8-3C46-653E-8068B71ACD0B}"/>
              </a:ext>
            </a:extLst>
          </p:cNvPr>
          <p:cNvSpPr/>
          <p:nvPr/>
        </p:nvSpPr>
        <p:spPr>
          <a:xfrm>
            <a:off x="3581400" y="3611880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FSR ≈ 16.512 nm</a:t>
            </a:r>
            <a:endParaRPr lang="en-US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538F40F0-B788-558C-2C36-4368D0DC3883}"/>
              </a:ext>
            </a:extLst>
          </p:cNvPr>
          <p:cNvSpPr/>
          <p:nvPr/>
        </p:nvSpPr>
        <p:spPr>
          <a:xfrm>
            <a:off x="6598920" y="3611880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FSR ≈ 16.579 nm</a:t>
            </a:r>
            <a:endParaRPr lang="en-US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22BDD81D-002E-E737-5B5C-4FB6B0479B95}"/>
              </a:ext>
            </a:extLst>
          </p:cNvPr>
          <p:cNvSpPr/>
          <p:nvPr/>
        </p:nvSpPr>
        <p:spPr>
          <a:xfrm>
            <a:off x="9433560" y="3611880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E7D32"/>
                </a:solidFill>
              </a:rPr>
              <a:t>0.41% error</a:t>
            </a:r>
            <a:endParaRPr lang="en-US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8866CD62-A8C4-1162-F110-8356D22DABF4}"/>
              </a:ext>
            </a:extLst>
          </p:cNvPr>
          <p:cNvSpPr/>
          <p:nvPr/>
        </p:nvSpPr>
        <p:spPr>
          <a:xfrm>
            <a:off x="1295400" y="406908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</a:rPr>
              <a:t>Critical coupling</a:t>
            </a:r>
            <a:endParaRPr lang="en-US" dirty="0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764E21AB-4701-0E8B-5104-E945A169BBFA}"/>
              </a:ext>
            </a:extLst>
          </p:cNvPr>
          <p:cNvSpPr/>
          <p:nvPr/>
        </p:nvSpPr>
        <p:spPr>
          <a:xfrm>
            <a:off x="3581400" y="4069080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Deepest notch near Kcrit</a:t>
            </a:r>
            <a:endParaRPr lang="en-US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FFAE7BF2-B752-D3BD-8F02-5865216E7594}"/>
              </a:ext>
            </a:extLst>
          </p:cNvPr>
          <p:cNvSpPr/>
          <p:nvPr/>
        </p:nvSpPr>
        <p:spPr>
          <a:xfrm>
            <a:off x="6598920" y="4069080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ER ≈ 28.32 dB</a:t>
            </a:r>
            <a:endParaRPr lang="en-US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ACA6221B-D05E-99D3-C663-92C82FE78E59}"/>
              </a:ext>
            </a:extLst>
          </p:cNvPr>
          <p:cNvSpPr/>
          <p:nvPr/>
        </p:nvSpPr>
        <p:spPr>
          <a:xfrm>
            <a:off x="9433560" y="4069080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E7D32"/>
                </a:solidFill>
              </a:rPr>
              <a:t>Consistent</a:t>
            </a:r>
            <a:endParaRPr lang="en-US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0AFE0080-38DE-3A30-F4C2-61FE093CD6F4}"/>
              </a:ext>
            </a:extLst>
          </p:cNvPr>
          <p:cNvSpPr/>
          <p:nvPr/>
        </p:nvSpPr>
        <p:spPr>
          <a:xfrm>
            <a:off x="1295400" y="1737360"/>
            <a:ext cx="10241280" cy="0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bject 16">
            <a:extLst>
              <a:ext uri="{FF2B5EF4-FFF2-40B4-BE49-F238E27FC236}">
                <a16:creationId xmlns:a16="http://schemas.microsoft.com/office/drawing/2014/main" id="{9D23A907-45A7-8896-6B0B-87DD58B473AE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8797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  <a:spcAft>
                <a:spcPts val="300"/>
              </a:spcAft>
            </a:pP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consistency check</a:t>
            </a:r>
            <a:endParaRPr lang="en-US" sz="2800" dirty="0"/>
          </a:p>
          <a:p>
            <a:pPr marL="12700" algn="l">
              <a:spcBef>
                <a:spcPts val="100"/>
              </a:spcBef>
              <a:spcAft>
                <a:spcPts val="300"/>
              </a:spcAft>
            </a:pPr>
            <a:endParaRPr lang="en-US" sz="2500" kern="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50DD5ED-2350-B50B-704C-BE11C9BFE9AE}"/>
              </a:ext>
            </a:extLst>
          </p:cNvPr>
          <p:cNvSpPr/>
          <p:nvPr/>
        </p:nvSpPr>
        <p:spPr>
          <a:xfrm>
            <a:off x="2286000" y="5212780"/>
            <a:ext cx="7437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controls periodicity, while coupling and loss control contrast. The agreement between analytical estimates and simulated responses validates the compact-model implementation.</a:t>
            </a:r>
            <a:endParaRPr lang="en-US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0B30DD6A-181D-8C1F-D11F-70713EF97470}"/>
              </a:ext>
            </a:extLst>
          </p:cNvPr>
          <p:cNvSpPr/>
          <p:nvPr/>
        </p:nvSpPr>
        <p:spPr>
          <a:xfrm>
            <a:off x="5181600" y="495300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Main 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348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872</TotalTime>
  <Words>946</Words>
  <Application>Microsoft Office PowerPoint</Application>
  <PresentationFormat>Widescreen</PresentationFormat>
  <Paragraphs>127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Cambria Math</vt:lpstr>
      <vt:lpstr>Lucida Sans</vt:lpstr>
      <vt:lpstr>Wingdings</vt:lpstr>
      <vt:lpstr>Office Theme</vt:lpstr>
      <vt:lpstr>PowerPoint Presentation</vt:lpstr>
      <vt:lpstr>Instructions General</vt:lpstr>
      <vt:lpstr>Learning outcome #1a - Perfectly balanced MZI</vt:lpstr>
      <vt:lpstr>Learning outcome #1b - Unbalanced MZI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Hugo Beltran Sanz</cp:lastModifiedBy>
  <cp:revision>13</cp:revision>
  <dcterms:created xsi:type="dcterms:W3CDTF">2025-01-27T02:46:57Z</dcterms:created>
  <dcterms:modified xsi:type="dcterms:W3CDTF">2026-05-29T18:01:26Z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